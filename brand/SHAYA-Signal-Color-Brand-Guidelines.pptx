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668ca7e27d4b44" /><Relationship Type="http://schemas.openxmlformats.org/officeDocument/2006/relationships/extended-properties" Target="/docProps/app.xml" Id="R0998a521cdd642b8" /><Relationship Type="http://schemas.openxmlformats.org/officeDocument/2006/relationships/officeDocument" Target="/ppt/presentation.xml" Id="Rdfd44fd3a6ba41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9a5c1f6c314c11"/>
  </p:sldMasterIdLst>
  <p:notesMasterIdLst>
    <p:notesMasterId xmlns:r="http://schemas.openxmlformats.org/officeDocument/2006/relationships" r:id="Rba868870b502452f"/>
  </p:notesMasterIdLst>
  <p:sldIdLst>
    <p:sldId xmlns:r="http://schemas.openxmlformats.org/officeDocument/2006/relationships" id="256" r:id="R7e5b71feffe644e9"/>
    <p:sldId xmlns:r="http://schemas.openxmlformats.org/officeDocument/2006/relationships" id="257" r:id="Rded9683338a0405c"/>
    <p:sldId xmlns:r="http://schemas.openxmlformats.org/officeDocument/2006/relationships" id="258" r:id="R448cedb4e82646dd"/>
    <p:sldId xmlns:r="http://schemas.openxmlformats.org/officeDocument/2006/relationships" id="259" r:id="R33b861ebaaea4eb4"/>
    <p:sldId xmlns:r="http://schemas.openxmlformats.org/officeDocument/2006/relationships" id="260" r:id="Red461ac5911044cd"/>
    <p:sldId xmlns:r="http://schemas.openxmlformats.org/officeDocument/2006/relationships" id="261" r:id="R9a2c3a268e4f42d7"/>
    <p:sldId xmlns:r="http://schemas.openxmlformats.org/officeDocument/2006/relationships" id="262" r:id="R9da6708d13ff4c12"/>
    <p:sldId xmlns:r="http://schemas.openxmlformats.org/officeDocument/2006/relationships" id="263" r:id="Rd7057f07774f4587"/>
    <p:sldId xmlns:r="http://schemas.openxmlformats.org/officeDocument/2006/relationships" id="264" r:id="R324a7738623347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0007c40e54ca5" /><Relationship Type="http://schemas.openxmlformats.org/officeDocument/2006/relationships/slideMaster" Target="/ppt/slideMasters/slideMaster1.xml" Id="R419a5c1f6c314c11" /><Relationship Type="http://schemas.openxmlformats.org/officeDocument/2006/relationships/notesMaster" Target="/ppt/notesMasters/notesMaster1.xml" Id="Rba868870b502452f" /><Relationship Type="http://schemas.openxmlformats.org/officeDocument/2006/relationships/presProps" Target="/ppt/presProps.xml" Id="R8d9ad3bbc3ac4bf4" /><Relationship Type="http://schemas.openxmlformats.org/officeDocument/2006/relationships/tableStyles" Target="/ppt/tableStyles.xml" Id="R3f092b9d68f7477e" /><Relationship Type="http://schemas.openxmlformats.org/officeDocument/2006/relationships/slide" Target="/ppt/slides/slide1.xml" Id="R7e5b71feffe644e9" /><Relationship Type="http://schemas.openxmlformats.org/officeDocument/2006/relationships/slide" Target="/ppt/slides/slide2.xml" Id="Rded9683338a0405c" /><Relationship Type="http://schemas.openxmlformats.org/officeDocument/2006/relationships/slide" Target="/ppt/slides/slide3.xml" Id="R448cedb4e82646dd" /><Relationship Type="http://schemas.openxmlformats.org/officeDocument/2006/relationships/slide" Target="/ppt/slides/slide4.xml" Id="R33b861ebaaea4eb4" /><Relationship Type="http://schemas.openxmlformats.org/officeDocument/2006/relationships/slide" Target="/ppt/slides/slide5.xml" Id="Red461ac5911044cd" /><Relationship Type="http://schemas.openxmlformats.org/officeDocument/2006/relationships/slide" Target="/ppt/slides/slide6.xml" Id="R9a2c3a268e4f42d7" /><Relationship Type="http://schemas.openxmlformats.org/officeDocument/2006/relationships/slide" Target="/ppt/slides/slide7.xml" Id="R9da6708d13ff4c12" /><Relationship Type="http://schemas.openxmlformats.org/officeDocument/2006/relationships/slide" Target="/ppt/slides/slide8.xml" Id="Rd7057f07774f4587" /><Relationship Type="http://schemas.openxmlformats.org/officeDocument/2006/relationships/slide" Target="/ppt/slides/slide9.xml" Id="R324a7738623347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610261d04642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2cebbadc27475e" /><Relationship Type="http://schemas.openxmlformats.org/officeDocument/2006/relationships/notesMaster" Target="/ppt/notesMasters/notesMaster1.xml" Id="R3e6bea04c00146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23cb3403d04e78" /><Relationship Type="http://schemas.openxmlformats.org/officeDocument/2006/relationships/notesMaster" Target="/ppt/notesMasters/notesMaster1.xml" Id="R9efef2cef02943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a21df71eaf4d42" /><Relationship Type="http://schemas.openxmlformats.org/officeDocument/2006/relationships/notesMaster" Target="/ppt/notesMasters/notesMaster1.xml" Id="Rd15b3053116a4b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f26e35dc1459d" /><Relationship Type="http://schemas.openxmlformats.org/officeDocument/2006/relationships/notesMaster" Target="/ppt/notesMasters/notesMaster1.xml" Id="R3c2b288fa99246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a573cb80e54b3e" /><Relationship Type="http://schemas.openxmlformats.org/officeDocument/2006/relationships/notesMaster" Target="/ppt/notesMasters/notesMaster1.xml" Id="R7de3bc217e8441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e3f63106b84dcf" /><Relationship Type="http://schemas.openxmlformats.org/officeDocument/2006/relationships/notesMaster" Target="/ppt/notesMasters/notesMaster1.xml" Id="R6f1ad0d12fcf4b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f73c27f4042ba" /><Relationship Type="http://schemas.openxmlformats.org/officeDocument/2006/relationships/notesMaster" Target="/ppt/notesMasters/notesMaster1.xml" Id="R547e391752d841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a80fc88b2b486a" /><Relationship Type="http://schemas.openxmlformats.org/officeDocument/2006/relationships/notesMaster" Target="/ppt/notesMasters/notesMaster1.xml" Id="R0527af1df00a46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ccc9f7b7a44d6a" /><Relationship Type="http://schemas.openxmlformats.org/officeDocument/2006/relationships/notesMaster" Target="/ppt/notesMasters/notesMaster1.xml" Id="R60f920d1b9ad4e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8e2ad26cd4d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09fd4e35a4ab0" /><Relationship Type="http://schemas.openxmlformats.org/officeDocument/2006/relationships/slideLayout" Target="/ppt/slideLayouts/slideLayout1.xml" Id="R3ec42514832741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c42514832741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c844c1d6942a0" /><Relationship Type="http://schemas.openxmlformats.org/officeDocument/2006/relationships/image" Target="/ppt/media/image.png" Id="R517f607e53da48b3" /><Relationship Type="http://schemas.openxmlformats.org/officeDocument/2006/relationships/notesSlide" Target="/ppt/notesSlides/notesSlide1.xml" Id="Rcccf9a2cc5334f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aafa017f748b8" /><Relationship Type="http://schemas.openxmlformats.org/officeDocument/2006/relationships/image" Target="/ppt/media/image2.png" Id="R4d0c9564272b4930" /><Relationship Type="http://schemas.openxmlformats.org/officeDocument/2006/relationships/image" Target="/ppt/media/image.svg" Id="R9aa0e019358848f4" /><Relationship Type="http://schemas.openxmlformats.org/officeDocument/2006/relationships/notesSlide" Target="/ppt/notesSlides/notesSlide2.xml" Id="R93588cc3cfa948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1fd72ec9041af" /><Relationship Type="http://schemas.openxmlformats.org/officeDocument/2006/relationships/image" Target="/ppt/media/image3.png" Id="Raa97e297e9184b57" /><Relationship Type="http://schemas.openxmlformats.org/officeDocument/2006/relationships/image" Target="/ppt/media/image2.svg" Id="R2c0b87743ab74e94" /><Relationship Type="http://schemas.openxmlformats.org/officeDocument/2006/relationships/image" Target="/ppt/media/image4.png" Id="Rc74df3a5b71d42a9" /><Relationship Type="http://schemas.openxmlformats.org/officeDocument/2006/relationships/image" Target="/ppt/media/image3.svg" Id="Rc80c5c236e904d0a" /><Relationship Type="http://schemas.openxmlformats.org/officeDocument/2006/relationships/image" Target="/ppt/media/image5.png" Id="R9c76ba85ae9e470a" /><Relationship Type="http://schemas.openxmlformats.org/officeDocument/2006/relationships/image" Target="/ppt/media/image4.svg" Id="R4829da0ba8234772" /><Relationship Type="http://schemas.openxmlformats.org/officeDocument/2006/relationships/notesSlide" Target="/ppt/notesSlides/notesSlide3.xml" Id="R192e1472224a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6e976e6024543" /><Relationship Type="http://schemas.openxmlformats.org/officeDocument/2006/relationships/notesSlide" Target="/ppt/notesSlides/notesSlide4.xml" Id="R1a3e7dd6b9d345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0bcd193264bad" /><Relationship Type="http://schemas.openxmlformats.org/officeDocument/2006/relationships/image" Target="/ppt/media/image6.png" Id="Rdf3ac47cc0824701" /><Relationship Type="http://schemas.openxmlformats.org/officeDocument/2006/relationships/image" Target="/ppt/media/image5.svg" Id="Rb0c480e8c6de4f51" /><Relationship Type="http://schemas.openxmlformats.org/officeDocument/2006/relationships/notesSlide" Target="/ppt/notesSlides/notesSlide5.xml" Id="Rf0f190ec20df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8caed90c24517" /><Relationship Type="http://schemas.openxmlformats.org/officeDocument/2006/relationships/image" Target="/ppt/media/image7.png" Id="Rb618a5ac120f4e82" /><Relationship Type="http://schemas.openxmlformats.org/officeDocument/2006/relationships/image" Target="/ppt/media/image8.png" Id="R2806deec64484a0e" /><Relationship Type="http://schemas.openxmlformats.org/officeDocument/2006/relationships/image" Target="/ppt/media/image6.svg" Id="R5fe20c61a8a54576" /><Relationship Type="http://schemas.openxmlformats.org/officeDocument/2006/relationships/notesSlide" Target="/ppt/notesSlides/notesSlide6.xml" Id="R1d73e7fb7b5b45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1a547fbe7410b" /><Relationship Type="http://schemas.openxmlformats.org/officeDocument/2006/relationships/image" Target="/ppt/media/image9.png" Id="Rdcd95050b62843fb" /><Relationship Type="http://schemas.openxmlformats.org/officeDocument/2006/relationships/image" Target="/ppt/media/image10.png" Id="R09af77c5dad54f68" /><Relationship Type="http://schemas.openxmlformats.org/officeDocument/2006/relationships/notesSlide" Target="/ppt/notesSlides/notesSlide7.xml" Id="R2294795c3bb84c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c17e38bc143ad" /><Relationship Type="http://schemas.openxmlformats.org/officeDocument/2006/relationships/image" Target="/ppt/media/image11.png" Id="Rc5e7d3a51f824ec3" /><Relationship Type="http://schemas.openxmlformats.org/officeDocument/2006/relationships/image" Target="/ppt/media/image12.png" Id="R3c66e2d283154c27" /><Relationship Type="http://schemas.openxmlformats.org/officeDocument/2006/relationships/image" Target="/ppt/media/image7.svg" Id="R7ee7952cb678492a" /><Relationship Type="http://schemas.openxmlformats.org/officeDocument/2006/relationships/notesSlide" Target="/ppt/notesSlides/notesSlide8.xml" Id="Racfbaf1a0cc644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bbd81789244fd" /><Relationship Type="http://schemas.openxmlformats.org/officeDocument/2006/relationships/image" Target="/ppt/media/image13.png" Id="Re5ea0339b840432b" /><Relationship Type="http://schemas.openxmlformats.org/officeDocument/2006/relationships/image" Target="/ppt/media/image8.svg" Id="Ra0e0ec489bff47ac" /><Relationship Type="http://schemas.openxmlformats.org/officeDocument/2006/relationships/notesSlide" Target="/ppt/notesSlides/notesSlide9.xml" Id="R5f534906111145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31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f607e53da48b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4572000"/>
          </a:xfrm>
          <a:prstGeom xmlns:a="http://schemas.openxmlformats.org/drawingml/2006/main" prst="rect">
            <a:avLst/>
          </a:prstGeom>
        </p:spPr>
      </p:pic>
      <p:sp>
        <p:nvSpPr>
          <p:cNvPr id="2" name="cover-band">
            <a:extLst xmlns:a="http://schemas.openxmlformats.org/drawingml/2006/main">
              <a:ext uri="{FF2B5EF4-FFF2-40B4-BE49-F238E27FC236}">
                <a16:creationId xmlns:a16="http://schemas.microsoft.com/office/drawing/2014/main" id="{1EF4143F-71AB-403D-9D98-3099047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46248F6-A2DD-4766-81B2-83CF953F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F6F3EC"/>
                </a:solidFill>
              </a:defRPr>
            </a:pPr>
            <a:r>
              <a:rPr sz="4650" b="0">
                <a:solidFill>
                  <a:srgbClr val="F6F3EC"/>
                </a:solidFill>
              </a:rPr>
              <a:t>SIGNAL COLOR</a:t>
            </a:r>
          </a:p>
        </p:txBody>
      </p:sp>
      <p:sp>
        <p:nvSpPr>
          <p:cNvPr id="4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3F2CAA26-9887-4DBF-85E7-48F0A7B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3EC"/>
                </a:solidFill>
              </a:defRPr>
            </a:pPr>
            <a:r>
              <a:rPr sz="1275" b="1">
                <a:solidFill>
                  <a:srgbClr val="F6F3EC"/>
                </a:solidFill>
              </a:rPr>
              <a:t>BRAND GUIDELINES / VERSION 1.0</a:t>
            </a:r>
          </a:p>
        </p:txBody>
      </p:sp>
      <p:sp>
        <p:nvSpPr>
          <p:cNvPr id="5" name="cover-color-1">
            <a:extLst xmlns:a="http://schemas.openxmlformats.org/drawingml/2006/main">
              <a:ext uri="{FF2B5EF4-FFF2-40B4-BE49-F238E27FC236}">
                <a16:creationId xmlns:a16="http://schemas.microsoft.com/office/drawing/2014/main" id="{86590DDD-F991-4193-85E8-20C309E9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05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E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color-2">
            <a:extLst xmlns:a="http://schemas.openxmlformats.org/drawingml/2006/main">
              <a:ext uri="{FF2B5EF4-FFF2-40B4-BE49-F238E27FC236}">
                <a16:creationId xmlns:a16="http://schemas.microsoft.com/office/drawing/2014/main" id="{306B3CD5-3BF4-4B63-877A-2A5CDCF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05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4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color-3">
            <a:extLst xmlns:a="http://schemas.openxmlformats.org/drawingml/2006/main">
              <a:ext uri="{FF2B5EF4-FFF2-40B4-BE49-F238E27FC236}">
                <a16:creationId xmlns:a16="http://schemas.microsoft.com/office/drawing/2014/main" id="{131D81A9-054E-4EB5-864C-855A33D6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505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color-4">
            <a:extLst xmlns:a="http://schemas.openxmlformats.org/drawingml/2006/main">
              <a:ext uri="{FF2B5EF4-FFF2-40B4-BE49-F238E27FC236}">
                <a16:creationId xmlns:a16="http://schemas.microsoft.com/office/drawing/2014/main" id="{126832BC-2978-48DD-B5A5-CB68B4E9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505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color-5">
            <a:extLst xmlns:a="http://schemas.openxmlformats.org/drawingml/2006/main">
              <a:ext uri="{FF2B5EF4-FFF2-40B4-BE49-F238E27FC236}">
                <a16:creationId xmlns:a16="http://schemas.microsoft.com/office/drawing/2014/main" id="{40746B24-F67C-499D-8840-ECA1085C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05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3332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69903C1E-DB75-4D58-B0CD-10E8380B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4B05"/>
                </a:solidFill>
              </a:defRPr>
            </a:pPr>
            <a:r>
              <a:rPr sz="1125" b="1">
                <a:solidFill>
                  <a:srgbClr val="FE4B05"/>
                </a:solidFill>
              </a:rPr>
              <a:t>01 / BRAND CORE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66AA24-22C8-4B48-A812-D618D3E8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51514"/>
                </a:solidFill>
              </a:defRPr>
            </a:pPr>
            <a:r>
              <a:rPr sz="3450" b="0">
                <a:solidFill>
                  <a:srgbClr val="151514"/>
                </a:solidFill>
              </a:rPr>
              <a:t>Curiosity made visible</a:t>
            </a:r>
          </a:p>
        </p:txBody>
      </p:sp>
      <p:sp>
        <p:nvSpPr>
          <p:cNvPr id="3" name="core-mark-field">
            <a:extLst xmlns:a="http://schemas.openxmlformats.org/drawingml/2006/main">
              <a:ext uri="{FF2B5EF4-FFF2-40B4-BE49-F238E27FC236}">
                <a16:creationId xmlns:a16="http://schemas.microsoft.com/office/drawing/2014/main" id="{B9BE2E55-5246-4E7B-A054-65779DAF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71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1B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c9564272b4930">
            <a:extLst>
              <a:ext uri="{96DAC541-7B7A-43D3-8B79-37D633B846F1}">
                <asvg:svgBlip xmlns:asvg="http://schemas.microsoft.com/office/drawing/2016/SVG/main" r:embed="R9aa0e019358848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66850" y="2419350"/>
            <a:ext cx="2000250" cy="2190750"/>
          </a:xfrm>
          <a:prstGeom xmlns:a="http://schemas.openxmlformats.org/drawingml/2006/main" prst="rect">
            <a:avLst/>
          </a:prstGeom>
        </p:spPr>
      </p:pic>
      <p:sp>
        <p:nvSpPr>
          <p:cNvPr id="5" name="core-tagline">
            <a:extLst xmlns:a="http://schemas.openxmlformats.org/drawingml/2006/main">
              <a:ext uri="{FF2B5EF4-FFF2-40B4-BE49-F238E27FC236}">
                <a16:creationId xmlns:a16="http://schemas.microsoft.com/office/drawing/2014/main" id="{7256F35B-E20B-4DBF-A701-0FBF2164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51514"/>
                </a:solidFill>
              </a:defRPr>
            </a:pPr>
            <a:r>
              <a:rPr sz="3900" b="0">
                <a:solidFill>
                  <a:srgbClr val="151514"/>
                </a:solidFill>
              </a:rPr>
              <a:t>STAY CURIOUS.</a:t>
            </a:r>
          </a:p>
          <a:p xmlns:a="http://schemas.openxmlformats.org/drawingml/2006/main">
            <a:pPr algn="l">
              <a:defRPr sz="3900" b="0">
                <a:solidFill>
                  <a:srgbClr val="151514"/>
                </a:solidFill>
              </a:defRPr>
            </a:pPr>
            <a:r>
              <a:rPr sz="3900" b="0">
                <a:solidFill>
                  <a:srgbClr val="151514"/>
                </a:solidFill>
              </a:rPr>
              <a:t>LOOK CLOSER.</a:t>
            </a:r>
          </a:p>
        </p:txBody>
      </p:sp>
      <p:sp>
        <p:nvSpPr>
          <p:cNvPr id="6" name="core-description">
            <a:extLst xmlns:a="http://schemas.openxmlformats.org/drawingml/2006/main">
              <a:ext uri="{FF2B5EF4-FFF2-40B4-BE49-F238E27FC236}">
                <a16:creationId xmlns:a16="http://schemas.microsoft.com/office/drawing/2014/main" id="{F099D328-7887-493D-84DC-3CEB75C0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14700"/>
            <a:ext cx="581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4"/>
                </a:solidFill>
              </a:defRPr>
            </a:pPr>
            <a:r>
              <a:rPr sz="1650" b="0">
                <a:solidFill>
                  <a:srgbClr val="151514"/>
                </a:solidFill>
              </a:rPr>
              <a:t>Signal Color turns careful observation into a bright, direct visual language. It feels confident without hiding the details.</a:t>
            </a:r>
          </a:p>
        </p:txBody>
      </p:sp>
      <p:sp>
        <p:nvSpPr>
          <p:cNvPr id="7" name="trait-rule-1">
            <a:extLst xmlns:a="http://schemas.openxmlformats.org/drawingml/2006/main">
              <a:ext uri="{FF2B5EF4-FFF2-40B4-BE49-F238E27FC236}">
                <a16:creationId xmlns:a16="http://schemas.microsoft.com/office/drawing/2014/main" id="{B0B4A446-0BAB-4A4B-95F4-158C7E43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48200"/>
            <a:ext cx="179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E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ait-title-1">
            <a:extLst xmlns:a="http://schemas.openxmlformats.org/drawingml/2006/main">
              <a:ext uri="{FF2B5EF4-FFF2-40B4-BE49-F238E27FC236}">
                <a16:creationId xmlns:a16="http://schemas.microsoft.com/office/drawing/2014/main" id="{EF187091-D218-4BA2-8452-C5EFAAA7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4"/>
                </a:solidFill>
              </a:defRPr>
            </a:pPr>
            <a:r>
              <a:rPr sz="1500" b="1">
                <a:solidFill>
                  <a:srgbClr val="151514"/>
                </a:solidFill>
              </a:rPr>
              <a:t>CURIOUS</a:t>
            </a:r>
          </a:p>
        </p:txBody>
      </p:sp>
      <p:sp>
        <p:nvSpPr>
          <p:cNvPr id="9" name="trait-copy-1">
            <a:extLst xmlns:a="http://schemas.openxmlformats.org/drawingml/2006/main">
              <a:ext uri="{FF2B5EF4-FFF2-40B4-BE49-F238E27FC236}">
                <a16:creationId xmlns:a16="http://schemas.microsoft.com/office/drawing/2014/main" id="{A5B772D9-07B6-4780-BB38-BA7675C5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0"/>
                </a:solidFill>
              </a:defRPr>
            </a:pPr>
            <a:r>
              <a:rPr sz="1200" b="0">
                <a:solidFill>
                  <a:srgbClr val="686B70"/>
                </a:solidFill>
              </a:rPr>
              <a:t>Ask one more useful question.</a:t>
            </a:r>
          </a:p>
        </p:txBody>
      </p:sp>
      <p:sp>
        <p:nvSpPr>
          <p:cNvPr id="10" name="trait-rule-2">
            <a:extLst xmlns:a="http://schemas.openxmlformats.org/drawingml/2006/main">
              <a:ext uri="{FF2B5EF4-FFF2-40B4-BE49-F238E27FC236}">
                <a16:creationId xmlns:a16="http://schemas.microsoft.com/office/drawing/2014/main" id="{AC825D8C-0CC7-461E-8AAD-DBA48A19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48200"/>
            <a:ext cx="179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4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it-title-2">
            <a:extLst xmlns:a="http://schemas.openxmlformats.org/drawingml/2006/main">
              <a:ext uri="{FF2B5EF4-FFF2-40B4-BE49-F238E27FC236}">
                <a16:creationId xmlns:a16="http://schemas.microsoft.com/office/drawing/2014/main" id="{FF5E206C-E17E-406C-8566-15591C0A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4"/>
                </a:solidFill>
              </a:defRPr>
            </a:pPr>
            <a:r>
              <a:rPr sz="1500" b="1">
                <a:solidFill>
                  <a:srgbClr val="151514"/>
                </a:solidFill>
              </a:rPr>
              <a:t>PRECISE</a:t>
            </a:r>
          </a:p>
        </p:txBody>
      </p:sp>
      <p:sp>
        <p:nvSpPr>
          <p:cNvPr id="12" name="trait-copy-2">
            <a:extLst xmlns:a="http://schemas.openxmlformats.org/drawingml/2006/main">
              <a:ext uri="{FF2B5EF4-FFF2-40B4-BE49-F238E27FC236}">
                <a16:creationId xmlns:a16="http://schemas.microsoft.com/office/drawing/2014/main" id="{1F20213C-2158-49F9-A520-E216DCA7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38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0"/>
                </a:solidFill>
              </a:defRPr>
            </a:pPr>
            <a:r>
              <a:rPr sz="1200" b="0">
                <a:solidFill>
                  <a:srgbClr val="686B70"/>
                </a:solidFill>
              </a:rPr>
              <a:t>Keep claims clear and testable.</a:t>
            </a:r>
          </a:p>
        </p:txBody>
      </p:sp>
      <p:sp>
        <p:nvSpPr>
          <p:cNvPr id="13" name="trait-rule-3">
            <a:extLst xmlns:a="http://schemas.openxmlformats.org/drawingml/2006/main">
              <a:ext uri="{FF2B5EF4-FFF2-40B4-BE49-F238E27FC236}">
                <a16:creationId xmlns:a16="http://schemas.microsoft.com/office/drawing/2014/main" id="{BCC58800-3876-4A66-A056-A02D3E33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48200"/>
            <a:ext cx="179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ait-title-3">
            <a:extLst xmlns:a="http://schemas.openxmlformats.org/drawingml/2006/main">
              <a:ext uri="{FF2B5EF4-FFF2-40B4-BE49-F238E27FC236}">
                <a16:creationId xmlns:a16="http://schemas.microsoft.com/office/drawing/2014/main" id="{2D9DF844-A262-4F6F-817F-7FA8A9F1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95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4"/>
                </a:solidFill>
              </a:defRPr>
            </a:pPr>
            <a:r>
              <a:rPr sz="1500" b="1">
                <a:solidFill>
                  <a:srgbClr val="151514"/>
                </a:solidFill>
              </a:rPr>
              <a:t>OPTIMISTIC</a:t>
            </a:r>
          </a:p>
        </p:txBody>
      </p:sp>
      <p:sp>
        <p:nvSpPr>
          <p:cNvPr id="15" name="trait-copy-3">
            <a:extLst xmlns:a="http://schemas.openxmlformats.org/drawingml/2006/main">
              <a:ext uri="{FF2B5EF4-FFF2-40B4-BE49-F238E27FC236}">
                <a16:creationId xmlns:a16="http://schemas.microsoft.com/office/drawing/2014/main" id="{546023D6-0218-4091-852E-8155D5E0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38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0"/>
                </a:solidFill>
              </a:defRPr>
            </a:pPr>
            <a:r>
              <a:rPr sz="1200" b="0">
                <a:solidFill>
                  <a:srgbClr val="686B70"/>
                </a:solidFill>
              </a:rPr>
              <a:t>Use color to invite attention.</a:t>
            </a:r>
          </a:p>
        </p:txBody>
      </p:sp>
      <p:sp>
        <p:nvSpPr>
          <p:cNvPr id="1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BAF6BBF-0CB1-4B0C-9D6D-2D1F2C92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B70"/>
                </a:solidFill>
              </a:defRPr>
            </a:pPr>
            <a:r>
              <a:rPr sz="825" b="0">
                <a:solidFill>
                  <a:srgbClr val="686B70"/>
                </a:solidFill>
              </a:rPr>
              <a:t>SHAYA / SIGNAL COLOR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A249BEA-500A-4463-AC17-5E295463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6B70"/>
                </a:solidFill>
              </a:defRPr>
            </a:pPr>
            <a:r>
              <a:rPr sz="825" b="0">
                <a:solidFill>
                  <a:srgbClr val="686B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7273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31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C6A1737-E33A-4905-BEC9-EF1F3DE3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AB05"/>
                </a:solidFill>
              </a:defRPr>
            </a:pPr>
            <a:r>
              <a:rPr sz="1125" b="1">
                <a:solidFill>
                  <a:srgbClr val="FCAB05"/>
                </a:solidFill>
              </a:rPr>
              <a:t>02 / LOGO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2BBAD3-FF80-4140-AB05-7FB2020B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6F3EC"/>
                </a:solidFill>
              </a:defRPr>
            </a:pPr>
            <a:r>
              <a:rPr sz="3450" b="0">
                <a:solidFill>
                  <a:srgbClr val="F6F3EC"/>
                </a:solidFill>
              </a:rPr>
              <a:t>Keep the folded S sharp and simple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7e297e9184b57">
            <a:extLst>
              <a:ext uri="{96DAC541-7B7A-43D3-8B79-37D633B846F1}">
                <asvg:svgBlip xmlns:asvg="http://schemas.microsoft.com/office/drawing/2016/SVG/main" r:embed="R2c0b87743ab74e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657350"/>
            <a:ext cx="4953000" cy="3543300"/>
          </a:xfrm>
          <a:prstGeom xmlns:a="http://schemas.openxmlformats.org/drawingml/2006/main" prst="rect">
            <a:avLst/>
          </a:prstGeom>
        </p:spPr>
      </p:pic>
      <p:sp>
        <p:nvSpPr>
          <p:cNvPr id="4" name="dark-mark-field">
            <a:extLst xmlns:a="http://schemas.openxmlformats.org/drawingml/2006/main">
              <a:ext uri="{FF2B5EF4-FFF2-40B4-BE49-F238E27FC236}">
                <a16:creationId xmlns:a16="http://schemas.microsoft.com/office/drawing/2014/main" id="{68983A12-3609-4AF2-8FB0-AEEDB0A7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df3a5b71d42a9">
            <a:extLst>
              <a:ext uri="{96DAC541-7B7A-43D3-8B79-37D633B846F1}">
                <asvg:svgBlip xmlns:asvg="http://schemas.microsoft.com/office/drawing/2016/SVG/main" r:embed="Rc80c5c236e904d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2209800"/>
            <a:ext cx="1238250" cy="1352550"/>
          </a:xfrm>
          <a:prstGeom xmlns:a="http://schemas.openxmlformats.org/drawingml/2006/main" prst="rect">
            <a:avLst/>
          </a:prstGeom>
        </p:spPr>
      </p:pic>
      <p:sp>
        <p:nvSpPr>
          <p:cNvPr id="6" name="light-mark-field">
            <a:extLst xmlns:a="http://schemas.openxmlformats.org/drawingml/2006/main">
              <a:ext uri="{FF2B5EF4-FFF2-40B4-BE49-F238E27FC236}">
                <a16:creationId xmlns:a16="http://schemas.microsoft.com/office/drawing/2014/main" id="{264A47D5-2D63-4C29-A618-6D44EF46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6ba85ae9e470a">
            <a:extLst>
              <a:ext uri="{96DAC541-7B7A-43D3-8B79-37D633B846F1}">
                <asvg:svgBlip xmlns:asvg="http://schemas.microsoft.com/office/drawing/2016/SVG/main" r:embed="R4829da0ba82347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77350" y="2209800"/>
            <a:ext cx="1238250" cy="1352550"/>
          </a:xfrm>
          <a:prstGeom xmlns:a="http://schemas.openxmlformats.org/drawingml/2006/main" prst="rect">
            <a:avLst/>
          </a:prstGeom>
        </p:spPr>
      </p:pic>
      <p:sp>
        <p:nvSpPr>
          <p:cNvPr id="8" name="light-field-label">
            <a:extLst xmlns:a="http://schemas.openxmlformats.org/drawingml/2006/main">
              <a:ext uri="{FF2B5EF4-FFF2-40B4-BE49-F238E27FC236}">
                <a16:creationId xmlns:a16="http://schemas.microsoft.com/office/drawing/2014/main" id="{FCEC8FEC-549A-425B-80CA-30F361EF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29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3EC"/>
                </a:solidFill>
              </a:defRPr>
            </a:pPr>
            <a:r>
              <a:rPr sz="1050" b="1">
                <a:solidFill>
                  <a:srgbClr val="F6F3EC"/>
                </a:solidFill>
              </a:rPr>
              <a:t>LIGHT FIELD</a:t>
            </a:r>
          </a:p>
        </p:txBody>
      </p:sp>
      <p:sp>
        <p:nvSpPr>
          <p:cNvPr id="9" name="dark-field-label">
            <a:extLst xmlns:a="http://schemas.openxmlformats.org/drawingml/2006/main">
              <a:ext uri="{FF2B5EF4-FFF2-40B4-BE49-F238E27FC236}">
                <a16:creationId xmlns:a16="http://schemas.microsoft.com/office/drawing/2014/main" id="{B0DFC746-1942-41D8-B609-EFE6FD1C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29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3EC"/>
                </a:solidFill>
              </a:defRPr>
            </a:pPr>
            <a:r>
              <a:rPr sz="1050" b="1">
                <a:solidFill>
                  <a:srgbClr val="F6F3EC"/>
                </a:solidFill>
              </a:rPr>
              <a:t>DARK FIELD</a:t>
            </a:r>
          </a:p>
        </p:txBody>
      </p:sp>
      <p:sp>
        <p:nvSpPr>
          <p:cNvPr id="10" name="logo-do-title">
            <a:extLst xmlns:a="http://schemas.openxmlformats.org/drawingml/2006/main">
              <a:ext uri="{FF2B5EF4-FFF2-40B4-BE49-F238E27FC236}">
                <a16:creationId xmlns:a16="http://schemas.microsoft.com/office/drawing/2014/main" id="{CFC5130F-1495-401A-AB31-B1D8F68D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CAB05"/>
                </a:solidFill>
              </a:defRPr>
            </a:pPr>
            <a:r>
              <a:rPr sz="1575" b="1">
                <a:solidFill>
                  <a:srgbClr val="FCAB05"/>
                </a:solidFill>
              </a:rPr>
              <a:t>DO</a:t>
            </a:r>
          </a:p>
        </p:txBody>
      </p:sp>
      <p:sp>
        <p:nvSpPr>
          <p:cNvPr id="11" name="logo-do-copy">
            <a:extLst xmlns:a="http://schemas.openxmlformats.org/drawingml/2006/main">
              <a:ext uri="{FF2B5EF4-FFF2-40B4-BE49-F238E27FC236}">
                <a16:creationId xmlns:a16="http://schemas.microsoft.com/office/drawing/2014/main" id="{1E339E64-9787-4253-8997-54E56C51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006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3EC"/>
                </a:solidFill>
              </a:defRPr>
            </a:pPr>
            <a:r>
              <a:rPr sz="1275" b="0">
                <a:solidFill>
                  <a:srgbClr val="F6F3EC"/>
                </a:solidFill>
              </a:rPr>
              <a:t>Use the supplied mark. Keep the original proportions. Leave clear space.</a:t>
            </a:r>
          </a:p>
        </p:txBody>
      </p:sp>
      <p:sp>
        <p:nvSpPr>
          <p:cNvPr id="12" name="logo-dont-title">
            <a:extLst xmlns:a="http://schemas.openxmlformats.org/drawingml/2006/main">
              <a:ext uri="{FF2B5EF4-FFF2-40B4-BE49-F238E27FC236}">
                <a16:creationId xmlns:a16="http://schemas.microsoft.com/office/drawing/2014/main" id="{9538F3CE-ED56-4807-8A30-DF8208C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E4B05"/>
                </a:solidFill>
              </a:defRPr>
            </a:pPr>
            <a:r>
              <a:rPr sz="1575" b="1">
                <a:solidFill>
                  <a:srgbClr val="FE4B05"/>
                </a:solidFill>
              </a:rPr>
              <a:t>DO NOT</a:t>
            </a:r>
          </a:p>
        </p:txBody>
      </p:sp>
      <p:sp>
        <p:nvSpPr>
          <p:cNvPr id="13" name="logo-dont-copy">
            <a:extLst xmlns:a="http://schemas.openxmlformats.org/drawingml/2006/main">
              <a:ext uri="{FF2B5EF4-FFF2-40B4-BE49-F238E27FC236}">
                <a16:creationId xmlns:a16="http://schemas.microsoft.com/office/drawing/2014/main" id="{99B1B7EB-8188-48E9-BD16-800EFDD6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006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3EC"/>
                </a:solidFill>
              </a:defRPr>
            </a:pPr>
            <a:r>
              <a:rPr sz="1275" b="0">
                <a:solidFill>
                  <a:srgbClr val="F6F3EC"/>
                </a:solidFill>
              </a:rPr>
              <a:t>Stretch, rotate, outline, add effects, or rebuild the geometry.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3127B98-264E-45F0-9261-7C667288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3EC"/>
                </a:solidFill>
              </a:defRPr>
            </a:pPr>
            <a:r>
              <a:rPr sz="825" b="0">
                <a:solidFill>
                  <a:srgbClr val="F6F3EC"/>
                </a:solidFill>
              </a:rPr>
              <a:t>SHAYA / SIGNAL COLOR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9ECCD89-91BA-4C7C-A016-21CBE164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6F3EC"/>
                </a:solidFill>
              </a:defRPr>
            </a:pPr>
            <a:r>
              <a:rPr sz="825" b="0">
                <a:solidFill>
                  <a:srgbClr val="F6F3E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2534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9A73C4B2-FEF2-4927-92C6-8E69535D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4B05"/>
                </a:solidFill>
              </a:defRPr>
            </a:pPr>
            <a:r>
              <a:rPr sz="1125" b="1">
                <a:solidFill>
                  <a:srgbClr val="FE4B05"/>
                </a:solidFill>
              </a:rPr>
              <a:t>03 / COLOR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9E2E3B-4269-497D-B0E9-A5F532C4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51514"/>
                </a:solidFill>
              </a:defRPr>
            </a:pPr>
            <a:r>
              <a:rPr sz="3450" b="0">
                <a:solidFill>
                  <a:srgbClr val="151514"/>
                </a:solidFill>
              </a:rPr>
              <a:t>One bold field, then controlled signals</a:t>
            </a:r>
          </a:p>
        </p:txBody>
      </p:sp>
      <p:sp>
        <p:nvSpPr>
          <p:cNvPr id="3" name="color-1">
            <a:extLst xmlns:a="http://schemas.openxmlformats.org/drawingml/2006/main">
              <a:ext uri="{FF2B5EF4-FFF2-40B4-BE49-F238E27FC236}">
                <a16:creationId xmlns:a16="http://schemas.microsoft.com/office/drawing/2014/main" id="{A0535814-1973-4B0B-A744-8DA51327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3716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lor-name-1">
            <a:extLst xmlns:a="http://schemas.openxmlformats.org/drawingml/2006/main">
              <a:ext uri="{FF2B5EF4-FFF2-40B4-BE49-F238E27FC236}">
                <a16:creationId xmlns:a16="http://schemas.microsoft.com/office/drawing/2014/main" id="{8B3D4E94-2E7C-4295-98A3-278974B2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4"/>
                </a:solidFill>
              </a:defRPr>
            </a:pPr>
            <a:r>
              <a:rPr sz="1350" b="1">
                <a:solidFill>
                  <a:srgbClr val="151514"/>
                </a:solidFill>
              </a:rPr>
              <a:t>COBALT</a:t>
            </a:r>
          </a:p>
        </p:txBody>
      </p:sp>
      <p:sp>
        <p:nvSpPr>
          <p:cNvPr id="5" name="color-hex-1">
            <a:extLst xmlns:a="http://schemas.openxmlformats.org/drawingml/2006/main">
              <a:ext uri="{FF2B5EF4-FFF2-40B4-BE49-F238E27FC236}">
                <a16:creationId xmlns:a16="http://schemas.microsoft.com/office/drawing/2014/main" id="{F70A0EE7-D4FF-4CC8-8DAB-5C55929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B70"/>
                </a:solidFill>
              </a:defRPr>
            </a:pPr>
            <a:r>
              <a:rPr sz="1050" b="0">
                <a:solidFill>
                  <a:srgbClr val="686B70"/>
                </a:solidFill>
              </a:rPr>
              <a:t>#0231B1</a:t>
            </a:r>
          </a:p>
        </p:txBody>
      </p:sp>
      <p:sp>
        <p:nvSpPr>
          <p:cNvPr id="6" name="color-share-1">
            <a:extLst xmlns:a="http://schemas.openxmlformats.org/drawingml/2006/main">
              <a:ext uri="{FF2B5EF4-FFF2-40B4-BE49-F238E27FC236}">
                <a16:creationId xmlns:a16="http://schemas.microsoft.com/office/drawing/2014/main" id="{153D77DB-BC43-4B06-9584-5D76C380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4"/>
                </a:solidFill>
              </a:defRPr>
            </a:pPr>
            <a:r>
              <a:rPr sz="1800" b="0">
                <a:solidFill>
                  <a:srgbClr val="151514"/>
                </a:solidFill>
              </a:rPr>
              <a:t>45%</a:t>
            </a:r>
          </a:p>
        </p:txBody>
      </p:sp>
      <p:sp>
        <p:nvSpPr>
          <p:cNvPr id="7" name="color-2">
            <a:extLst xmlns:a="http://schemas.openxmlformats.org/drawingml/2006/main">
              <a:ext uri="{FF2B5EF4-FFF2-40B4-BE49-F238E27FC236}">
                <a16:creationId xmlns:a16="http://schemas.microsoft.com/office/drawing/2014/main" id="{9C1D502C-CEA5-426C-ABDD-F2989FF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71650"/>
            <a:ext cx="13716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8" name="color-name-2">
            <a:extLst xmlns:a="http://schemas.openxmlformats.org/drawingml/2006/main">
              <a:ext uri="{FF2B5EF4-FFF2-40B4-BE49-F238E27FC236}">
                <a16:creationId xmlns:a16="http://schemas.microsoft.com/office/drawing/2014/main" id="{EDE5832C-636D-4AAB-80BA-768A18E7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29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4"/>
                </a:solidFill>
              </a:defRPr>
            </a:pPr>
            <a:r>
              <a:rPr sz="1350" b="1">
                <a:solidFill>
                  <a:srgbClr val="151514"/>
                </a:solidFill>
              </a:rPr>
              <a:t>WARM WHITE</a:t>
            </a:r>
          </a:p>
        </p:txBody>
      </p:sp>
      <p:sp>
        <p:nvSpPr>
          <p:cNvPr id="9" name="color-hex-2">
            <a:extLst xmlns:a="http://schemas.openxmlformats.org/drawingml/2006/main">
              <a:ext uri="{FF2B5EF4-FFF2-40B4-BE49-F238E27FC236}">
                <a16:creationId xmlns:a16="http://schemas.microsoft.com/office/drawing/2014/main" id="{04350D68-8955-4EA7-B71E-072FFE61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911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B70"/>
                </a:solidFill>
              </a:defRPr>
            </a:pPr>
            <a:r>
              <a:rPr sz="1050" b="0">
                <a:solidFill>
                  <a:srgbClr val="686B70"/>
                </a:solidFill>
              </a:rPr>
              <a:t>#F6F3EC</a:t>
            </a:r>
          </a:p>
        </p:txBody>
      </p:sp>
      <p:sp>
        <p:nvSpPr>
          <p:cNvPr id="10" name="color-share-2">
            <a:extLst xmlns:a="http://schemas.openxmlformats.org/drawingml/2006/main">
              <a:ext uri="{FF2B5EF4-FFF2-40B4-BE49-F238E27FC236}">
                <a16:creationId xmlns:a16="http://schemas.microsoft.com/office/drawing/2014/main" id="{3EA81533-4AC5-4376-A955-FB7D047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14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4"/>
                </a:solidFill>
              </a:defRPr>
            </a:pPr>
            <a:r>
              <a:rPr sz="1800" b="0">
                <a:solidFill>
                  <a:srgbClr val="151514"/>
                </a:solidFill>
              </a:rPr>
              <a:t>25%</a:t>
            </a:r>
          </a:p>
        </p:txBody>
      </p:sp>
      <p:sp>
        <p:nvSpPr>
          <p:cNvPr id="11" name="color-3">
            <a:extLst xmlns:a="http://schemas.openxmlformats.org/drawingml/2006/main">
              <a:ext uri="{FF2B5EF4-FFF2-40B4-BE49-F238E27FC236}">
                <a16:creationId xmlns:a16="http://schemas.microsoft.com/office/drawing/2014/main" id="{F8614CEE-79C8-460A-89A5-BBAF095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13716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E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lor-name-3">
            <a:extLst xmlns:a="http://schemas.openxmlformats.org/drawingml/2006/main">
              <a:ext uri="{FF2B5EF4-FFF2-40B4-BE49-F238E27FC236}">
                <a16:creationId xmlns:a16="http://schemas.microsoft.com/office/drawing/2014/main" id="{9A36CC17-98D4-448D-BBE5-CD9B4D99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29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4"/>
                </a:solidFill>
              </a:defRPr>
            </a:pPr>
            <a:r>
              <a:rPr sz="1350" b="1">
                <a:solidFill>
                  <a:srgbClr val="151514"/>
                </a:solidFill>
              </a:rPr>
              <a:t>TURQUOISE</a:t>
            </a:r>
          </a:p>
        </p:txBody>
      </p:sp>
      <p:sp>
        <p:nvSpPr>
          <p:cNvPr id="13" name="color-hex-3">
            <a:extLst xmlns:a="http://schemas.openxmlformats.org/drawingml/2006/main">
              <a:ext uri="{FF2B5EF4-FFF2-40B4-BE49-F238E27FC236}">
                <a16:creationId xmlns:a16="http://schemas.microsoft.com/office/drawing/2014/main" id="{2291AE33-7779-42A9-B2BF-5571D5D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911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B70"/>
                </a:solidFill>
              </a:defRPr>
            </a:pPr>
            <a:r>
              <a:rPr sz="1050" b="0">
                <a:solidFill>
                  <a:srgbClr val="686B70"/>
                </a:solidFill>
              </a:rPr>
              <a:t>#03AEA9</a:t>
            </a:r>
          </a:p>
        </p:txBody>
      </p:sp>
      <p:sp>
        <p:nvSpPr>
          <p:cNvPr id="14" name="color-share-3">
            <a:extLst xmlns:a="http://schemas.openxmlformats.org/drawingml/2006/main">
              <a:ext uri="{FF2B5EF4-FFF2-40B4-BE49-F238E27FC236}">
                <a16:creationId xmlns:a16="http://schemas.microsoft.com/office/drawing/2014/main" id="{6E9F4B3D-A957-4CE4-8D11-4DEBC1E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14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4"/>
                </a:solidFill>
              </a:defRPr>
            </a:pPr>
            <a:r>
              <a:rPr sz="1800" b="0">
                <a:solidFill>
                  <a:srgbClr val="151514"/>
                </a:solidFill>
              </a:rPr>
              <a:t>10%</a:t>
            </a:r>
          </a:p>
        </p:txBody>
      </p:sp>
      <p:sp>
        <p:nvSpPr>
          <p:cNvPr id="15" name="color-4">
            <a:extLst xmlns:a="http://schemas.openxmlformats.org/drawingml/2006/main">
              <a:ext uri="{FF2B5EF4-FFF2-40B4-BE49-F238E27FC236}">
                <a16:creationId xmlns:a16="http://schemas.microsoft.com/office/drawing/2014/main" id="{F5646CB2-67F7-4472-9892-B0997FA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71650"/>
            <a:ext cx="13716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4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lor-name-4">
            <a:extLst xmlns:a="http://schemas.openxmlformats.org/drawingml/2006/main">
              <a:ext uri="{FF2B5EF4-FFF2-40B4-BE49-F238E27FC236}">
                <a16:creationId xmlns:a16="http://schemas.microsoft.com/office/drawing/2014/main" id="{D57532EF-E8EC-4D1D-AF29-B12C0280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4"/>
                </a:solidFill>
              </a:defRPr>
            </a:pPr>
            <a:r>
              <a:rPr sz="1350" b="1">
                <a:solidFill>
                  <a:srgbClr val="151514"/>
                </a:solidFill>
              </a:rPr>
              <a:t>VERMILION</a:t>
            </a:r>
          </a:p>
        </p:txBody>
      </p:sp>
      <p:sp>
        <p:nvSpPr>
          <p:cNvPr id="17" name="color-hex-4">
            <a:extLst xmlns:a="http://schemas.openxmlformats.org/drawingml/2006/main">
              <a:ext uri="{FF2B5EF4-FFF2-40B4-BE49-F238E27FC236}">
                <a16:creationId xmlns:a16="http://schemas.microsoft.com/office/drawing/2014/main" id="{7272E918-BF7C-48C6-B17A-E067435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911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B70"/>
                </a:solidFill>
              </a:defRPr>
            </a:pPr>
            <a:r>
              <a:rPr sz="1050" b="0">
                <a:solidFill>
                  <a:srgbClr val="686B70"/>
                </a:solidFill>
              </a:rPr>
              <a:t>#FE4B05</a:t>
            </a:r>
          </a:p>
        </p:txBody>
      </p:sp>
      <p:sp>
        <p:nvSpPr>
          <p:cNvPr id="18" name="color-share-4">
            <a:extLst xmlns:a="http://schemas.openxmlformats.org/drawingml/2006/main">
              <a:ext uri="{FF2B5EF4-FFF2-40B4-BE49-F238E27FC236}">
                <a16:creationId xmlns:a16="http://schemas.microsoft.com/office/drawing/2014/main" id="{1D0FB535-3295-493E-B3A4-42104E94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14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4"/>
                </a:solidFill>
              </a:defRPr>
            </a:pPr>
            <a:r>
              <a:rPr sz="1800" b="0">
                <a:solidFill>
                  <a:srgbClr val="151514"/>
                </a:solidFill>
              </a:rPr>
              <a:t>8%</a:t>
            </a:r>
          </a:p>
        </p:txBody>
      </p:sp>
      <p:sp>
        <p:nvSpPr>
          <p:cNvPr id="19" name="color-5">
            <a:extLst xmlns:a="http://schemas.openxmlformats.org/drawingml/2006/main">
              <a:ext uri="{FF2B5EF4-FFF2-40B4-BE49-F238E27FC236}">
                <a16:creationId xmlns:a16="http://schemas.microsoft.com/office/drawing/2014/main" id="{44236F51-C22F-43B6-AD62-555BE47E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13716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lor-name-5">
            <a:extLst xmlns:a="http://schemas.openxmlformats.org/drawingml/2006/main">
              <a:ext uri="{FF2B5EF4-FFF2-40B4-BE49-F238E27FC236}">
                <a16:creationId xmlns:a16="http://schemas.microsoft.com/office/drawing/2014/main" id="{C8B683BB-99E1-41F6-B9AD-CDD664D7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4"/>
                </a:solidFill>
              </a:defRPr>
            </a:pPr>
            <a:r>
              <a:rPr sz="1350" b="1">
                <a:solidFill>
                  <a:srgbClr val="151514"/>
                </a:solidFill>
              </a:rPr>
              <a:t>MARIGOLD</a:t>
            </a:r>
          </a:p>
        </p:txBody>
      </p:sp>
      <p:sp>
        <p:nvSpPr>
          <p:cNvPr id="21" name="color-hex-5">
            <a:extLst xmlns:a="http://schemas.openxmlformats.org/drawingml/2006/main">
              <a:ext uri="{FF2B5EF4-FFF2-40B4-BE49-F238E27FC236}">
                <a16:creationId xmlns:a16="http://schemas.microsoft.com/office/drawing/2014/main" id="{62A76AB0-DE70-4774-801F-68902B7A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911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B70"/>
                </a:solidFill>
              </a:defRPr>
            </a:pPr>
            <a:r>
              <a:rPr sz="1050" b="0">
                <a:solidFill>
                  <a:srgbClr val="686B70"/>
                </a:solidFill>
              </a:rPr>
              <a:t>#FCAB05</a:t>
            </a:r>
          </a:p>
        </p:txBody>
      </p:sp>
      <p:sp>
        <p:nvSpPr>
          <p:cNvPr id="22" name="color-share-5">
            <a:extLst xmlns:a="http://schemas.openxmlformats.org/drawingml/2006/main">
              <a:ext uri="{FF2B5EF4-FFF2-40B4-BE49-F238E27FC236}">
                <a16:creationId xmlns:a16="http://schemas.microsoft.com/office/drawing/2014/main" id="{226B1DF3-41D7-4854-961E-9A4B8BF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4"/>
                </a:solidFill>
              </a:defRPr>
            </a:pPr>
            <a:r>
              <a:rPr sz="1800" b="0">
                <a:solidFill>
                  <a:srgbClr val="151514"/>
                </a:solidFill>
              </a:rPr>
              <a:t>6%</a:t>
            </a:r>
          </a:p>
        </p:txBody>
      </p:sp>
      <p:sp>
        <p:nvSpPr>
          <p:cNvPr id="23" name="color-6">
            <a:extLst xmlns:a="http://schemas.openxmlformats.org/drawingml/2006/main">
              <a:ext uri="{FF2B5EF4-FFF2-40B4-BE49-F238E27FC236}">
                <a16:creationId xmlns:a16="http://schemas.microsoft.com/office/drawing/2014/main" id="{C001E575-FB8F-4571-8A9C-4CD5A3DE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13716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lor-name-6">
            <a:extLst xmlns:a="http://schemas.openxmlformats.org/drawingml/2006/main">
              <a:ext uri="{FF2B5EF4-FFF2-40B4-BE49-F238E27FC236}">
                <a16:creationId xmlns:a16="http://schemas.microsoft.com/office/drawing/2014/main" id="{1BE9718D-87F5-4903-83CC-DF4BC4CC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4"/>
                </a:solidFill>
              </a:defRPr>
            </a:pPr>
            <a:r>
              <a:rPr sz="1350" b="1">
                <a:solidFill>
                  <a:srgbClr val="151514"/>
                </a:solidFill>
              </a:rPr>
              <a:t>INDIGO</a:t>
            </a:r>
          </a:p>
        </p:txBody>
      </p:sp>
      <p:sp>
        <p:nvSpPr>
          <p:cNvPr id="25" name="color-hex-6">
            <a:extLst xmlns:a="http://schemas.openxmlformats.org/drawingml/2006/main">
              <a:ext uri="{FF2B5EF4-FFF2-40B4-BE49-F238E27FC236}">
                <a16:creationId xmlns:a16="http://schemas.microsoft.com/office/drawing/2014/main" id="{A3718892-74EF-473E-BFA8-BA7012BA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911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B70"/>
                </a:solidFill>
              </a:defRPr>
            </a:pPr>
            <a:r>
              <a:rPr sz="1050" b="0">
                <a:solidFill>
                  <a:srgbClr val="686B70"/>
                </a:solidFill>
              </a:rPr>
              <a:t>#3B1F73</a:t>
            </a:r>
          </a:p>
        </p:txBody>
      </p:sp>
      <p:sp>
        <p:nvSpPr>
          <p:cNvPr id="26" name="color-share-6">
            <a:extLst xmlns:a="http://schemas.openxmlformats.org/drawingml/2006/main">
              <a:ext uri="{FF2B5EF4-FFF2-40B4-BE49-F238E27FC236}">
                <a16:creationId xmlns:a16="http://schemas.microsoft.com/office/drawing/2014/main" id="{3B028A0C-1F06-47E9-94C8-A4CCC0C3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14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4"/>
                </a:solidFill>
              </a:defRPr>
            </a:pPr>
            <a:r>
              <a:rPr sz="1800" b="0">
                <a:solidFill>
                  <a:srgbClr val="151514"/>
                </a:solidFill>
              </a:rPr>
              <a:t>4%</a:t>
            </a:r>
          </a:p>
        </p:txBody>
      </p:sp>
      <p:sp>
        <p:nvSpPr>
          <p:cNvPr id="27" name="color-7">
            <a:extLst xmlns:a="http://schemas.openxmlformats.org/drawingml/2006/main">
              <a:ext uri="{FF2B5EF4-FFF2-40B4-BE49-F238E27FC236}">
                <a16:creationId xmlns:a16="http://schemas.microsoft.com/office/drawing/2014/main" id="{AA4D7D79-0FE1-459A-9A98-A5835995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71650"/>
            <a:ext cx="13716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lor-name-7">
            <a:extLst xmlns:a="http://schemas.openxmlformats.org/drawingml/2006/main">
              <a:ext uri="{FF2B5EF4-FFF2-40B4-BE49-F238E27FC236}">
                <a16:creationId xmlns:a16="http://schemas.microsoft.com/office/drawing/2014/main" id="{E861E25D-ED45-4437-A8B8-8F0EE40C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29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4"/>
                </a:solidFill>
              </a:defRPr>
            </a:pPr>
            <a:r>
              <a:rPr sz="1350" b="1">
                <a:solidFill>
                  <a:srgbClr val="151514"/>
                </a:solidFill>
              </a:rPr>
              <a:t>INK</a:t>
            </a:r>
          </a:p>
        </p:txBody>
      </p:sp>
      <p:sp>
        <p:nvSpPr>
          <p:cNvPr id="29" name="color-hex-7">
            <a:extLst xmlns:a="http://schemas.openxmlformats.org/drawingml/2006/main">
              <a:ext uri="{FF2B5EF4-FFF2-40B4-BE49-F238E27FC236}">
                <a16:creationId xmlns:a16="http://schemas.microsoft.com/office/drawing/2014/main" id="{6DCA49C2-4E00-4582-BA5F-88C41C34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911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B70"/>
                </a:solidFill>
              </a:defRPr>
            </a:pPr>
            <a:r>
              <a:rPr sz="1050" b="0">
                <a:solidFill>
                  <a:srgbClr val="686B70"/>
                </a:solidFill>
              </a:rPr>
              <a:t>#151514</a:t>
            </a:r>
          </a:p>
        </p:txBody>
      </p:sp>
      <p:sp>
        <p:nvSpPr>
          <p:cNvPr id="30" name="color-share-7">
            <a:extLst xmlns:a="http://schemas.openxmlformats.org/drawingml/2006/main">
              <a:ext uri="{FF2B5EF4-FFF2-40B4-BE49-F238E27FC236}">
                <a16:creationId xmlns:a16="http://schemas.microsoft.com/office/drawing/2014/main" id="{1CD82992-2D4E-48E0-951E-486F13F7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14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4"/>
                </a:solidFill>
              </a:defRPr>
            </a:pPr>
            <a:r>
              <a:rPr sz="1800" b="0">
                <a:solidFill>
                  <a:srgbClr val="151514"/>
                </a:solidFill>
              </a:rPr>
              <a:t>2%</a:t>
            </a:r>
          </a:p>
        </p:txBody>
      </p:sp>
      <p:sp>
        <p:nvSpPr>
          <p:cNvPr id="31" name="color-guidance">
            <a:extLst xmlns:a="http://schemas.openxmlformats.org/drawingml/2006/main">
              <a:ext uri="{FF2B5EF4-FFF2-40B4-BE49-F238E27FC236}">
                <a16:creationId xmlns:a16="http://schemas.microsoft.com/office/drawing/2014/main" id="{A42A996F-3149-4F0D-A150-10EDCB97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4"/>
                </a:solidFill>
              </a:defRPr>
            </a:pPr>
            <a:r>
              <a:rPr sz="1350" b="0">
                <a:solidFill>
                  <a:srgbClr val="151514"/>
                </a:solidFill>
              </a:rPr>
              <a:t>Use Cobalt or Warm White as the main field. Use one or two signal colors per composition. Reserve Ink for text and high-contrast details.</a:t>
            </a:r>
          </a:p>
        </p:txBody>
      </p:sp>
      <p:sp>
        <p:nvSpPr>
          <p:cNvPr id="3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64F7D22-814A-419F-9740-AD0C1347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B70"/>
                </a:solidFill>
              </a:defRPr>
            </a:pPr>
            <a:r>
              <a:rPr sz="825" b="0">
                <a:solidFill>
                  <a:srgbClr val="686B70"/>
                </a:solidFill>
              </a:rPr>
              <a:t>SHAYA / SIGNAL COLOR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4FBF076-AB4A-456E-85A0-FBF72D0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6B70"/>
                </a:solidFill>
              </a:defRPr>
            </a:pPr>
            <a:r>
              <a:rPr sz="825" b="0">
                <a:solidFill>
                  <a:srgbClr val="686B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0636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31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25A44B-9998-4F42-A7AF-0E5D15E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AB05"/>
                </a:solidFill>
              </a:defRPr>
            </a:pPr>
            <a:r>
              <a:rPr sz="1125" b="1">
                <a:solidFill>
                  <a:srgbClr val="FCAB05"/>
                </a:solidFill>
              </a:rPr>
              <a:t>04 / TYPOGRAPHY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5D5DCB-32AE-49EF-9055-71B2F53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6F3EC"/>
                </a:solidFill>
              </a:defRPr>
            </a:pPr>
            <a:r>
              <a:rPr sz="3450" b="0">
                <a:solidFill>
                  <a:srgbClr val="F6F3EC"/>
                </a:solidFill>
              </a:rPr>
              <a:t>Condensed display type carries the signal</a:t>
            </a:r>
          </a:p>
        </p:txBody>
      </p:sp>
      <p:sp>
        <p:nvSpPr>
          <p:cNvPr id="3" name="display-specimen">
            <a:extLst xmlns:a="http://schemas.openxmlformats.org/drawingml/2006/main">
              <a:ext uri="{FF2B5EF4-FFF2-40B4-BE49-F238E27FC236}">
                <a16:creationId xmlns:a16="http://schemas.microsoft.com/office/drawing/2014/main" id="{2B218CF9-A597-49D0-A994-3B103E2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19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0" b="0">
                <a:solidFill>
                  <a:srgbClr val="F6F3EC"/>
                </a:solidFill>
              </a:defRPr>
            </a:pPr>
            <a:r>
              <a:rPr sz="9900" b="0">
                <a:solidFill>
                  <a:srgbClr val="F6F3EC"/>
                </a:solidFill>
              </a:rPr>
              <a:t>SHAYA</a:t>
            </a:r>
          </a:p>
        </p:txBody>
      </p:sp>
      <p:sp>
        <p:nvSpPr>
          <p:cNvPr id="4" name="display-type-cover">
            <a:extLst xmlns:a="http://schemas.openxmlformats.org/drawingml/2006/main">
              <a:ext uri="{FF2B5EF4-FFF2-40B4-BE49-F238E27FC236}">
                <a16:creationId xmlns:a16="http://schemas.microsoft.com/office/drawing/2014/main" id="{3C62F901-AB58-4D6C-A7D2-ED4ED767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19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1B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ac47cc0824701">
            <a:extLst>
              <a:ext uri="{96DAC541-7B7A-43D3-8B79-37D633B846F1}">
                <asvg:svgBlip xmlns:asvg="http://schemas.microsoft.com/office/drawing/2016/SVG/main" r:embed="Rb0c480e8c6de4f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638300"/>
            <a:ext cx="6191250" cy="1581150"/>
          </a:xfrm>
          <a:prstGeom xmlns:a="http://schemas.openxmlformats.org/drawingml/2006/main" prst="rect">
            <a:avLst/>
          </a:prstGeom>
        </p:spPr>
      </p:pic>
      <p:sp>
        <p:nvSpPr>
          <p:cNvPr id="6" name="display-label">
            <a:extLst xmlns:a="http://schemas.openxmlformats.org/drawingml/2006/main">
              <a:ext uri="{FF2B5EF4-FFF2-40B4-BE49-F238E27FC236}">
                <a16:creationId xmlns:a16="http://schemas.microsoft.com/office/drawing/2014/main" id="{C4573DD9-2268-4C0C-9C18-1B14D99F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EA9"/>
                </a:solidFill>
              </a:defRPr>
            </a:pPr>
            <a:r>
              <a:rPr sz="1125" b="1">
                <a:solidFill>
                  <a:srgbClr val="03AEA9"/>
                </a:solidFill>
              </a:rPr>
              <a:t>DISPLAY / IMPACT / ALL CAPS</a:t>
            </a:r>
          </a:p>
        </p:txBody>
      </p:sp>
      <p:sp>
        <p:nvSpPr>
          <p:cNvPr id="7" name="tagline-specimen">
            <a:extLst xmlns:a="http://schemas.openxmlformats.org/drawingml/2006/main">
              <a:ext uri="{FF2B5EF4-FFF2-40B4-BE49-F238E27FC236}">
                <a16:creationId xmlns:a16="http://schemas.microsoft.com/office/drawing/2014/main" id="{0AE84A7A-5C65-4C05-876F-28211AE8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3EC"/>
                </a:solidFill>
              </a:defRPr>
            </a:pPr>
            <a:r>
              <a:rPr sz="2850" b="1">
                <a:solidFill>
                  <a:srgbClr val="F6F3EC"/>
                </a:solidFill>
              </a:rPr>
              <a:t>STAY CURIOUS. LOOK CLOSER.</a:t>
            </a:r>
          </a:p>
        </p:txBody>
      </p:sp>
      <p:sp>
        <p:nvSpPr>
          <p:cNvPr id="8" name="tagline-label">
            <a:extLst xmlns:a="http://schemas.openxmlformats.org/drawingml/2006/main">
              <a:ext uri="{FF2B5EF4-FFF2-40B4-BE49-F238E27FC236}">
                <a16:creationId xmlns:a16="http://schemas.microsoft.com/office/drawing/2014/main" id="{A6AB071F-04C3-459B-9000-0B73777E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AB05"/>
                </a:solidFill>
              </a:defRPr>
            </a:pPr>
            <a:r>
              <a:rPr sz="1125" b="1">
                <a:solidFill>
                  <a:srgbClr val="FCAB05"/>
                </a:solidFill>
              </a:rPr>
              <a:t>TAGLINE AND LABELS / ARIAL NARROW BOLD</a:t>
            </a:r>
          </a:p>
        </p:txBody>
      </p:sp>
      <p:sp>
        <p:nvSpPr>
          <p:cNvPr id="9" name="body-type-field">
            <a:extLst xmlns:a="http://schemas.openxmlformats.org/drawingml/2006/main">
              <a:ext uri="{FF2B5EF4-FFF2-40B4-BE49-F238E27FC236}">
                <a16:creationId xmlns:a16="http://schemas.microsoft.com/office/drawing/2014/main" id="{DE85E183-20C7-46DF-8FB5-B9DB629F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dy-title">
            <a:extLst xmlns:a="http://schemas.openxmlformats.org/drawingml/2006/main">
              <a:ext uri="{FF2B5EF4-FFF2-40B4-BE49-F238E27FC236}">
                <a16:creationId xmlns:a16="http://schemas.microsoft.com/office/drawing/2014/main" id="{ECE97695-AD0E-485C-BB93-2FED9BB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E4B05"/>
                </a:solidFill>
              </a:defRPr>
            </a:pPr>
            <a:r>
              <a:rPr sz="1650" b="1">
                <a:solidFill>
                  <a:srgbClr val="FE4B05"/>
                </a:solidFill>
              </a:rPr>
              <a:t>BODY</a:t>
            </a:r>
          </a:p>
        </p:txBody>
      </p:sp>
      <p:sp>
        <p:nvSpPr>
          <p:cNvPr id="11" name="body-specimen">
            <a:extLst xmlns:a="http://schemas.openxmlformats.org/drawingml/2006/main">
              <a:ext uri="{FF2B5EF4-FFF2-40B4-BE49-F238E27FC236}">
                <a16:creationId xmlns:a16="http://schemas.microsoft.com/office/drawing/2014/main" id="{D920790B-E447-47A6-B325-6DE8DDF0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38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4"/>
                </a:solidFill>
              </a:defRPr>
            </a:pPr>
            <a:r>
              <a:rPr sz="1500" b="0">
                <a:solidFill>
                  <a:srgbClr val="151514"/>
                </a:solidFill>
              </a:rPr>
              <a:t>Use Arial for readable explanations. Keep sentences short. Keep one clear idea in each paragraph.</a:t>
            </a:r>
          </a:p>
        </p:txBody>
      </p:sp>
      <p:sp>
        <p:nvSpPr>
          <p:cNvPr id="12" name="mono-title">
            <a:extLst xmlns:a="http://schemas.openxmlformats.org/drawingml/2006/main">
              <a:ext uri="{FF2B5EF4-FFF2-40B4-BE49-F238E27FC236}">
                <a16:creationId xmlns:a16="http://schemas.microsoft.com/office/drawing/2014/main" id="{9B1F6C57-5CA3-4502-A2A8-38DCA9A3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3AEA9"/>
                </a:solidFill>
              </a:defRPr>
            </a:pPr>
            <a:r>
              <a:rPr sz="1650" b="1">
                <a:solidFill>
                  <a:srgbClr val="03AEA9"/>
                </a:solidFill>
              </a:rPr>
              <a:t>MONO</a:t>
            </a:r>
          </a:p>
        </p:txBody>
      </p:sp>
      <p:sp>
        <p:nvSpPr>
          <p:cNvPr id="13" name="mono-specimen">
            <a:extLst xmlns:a="http://schemas.openxmlformats.org/drawingml/2006/main">
              <a:ext uri="{FF2B5EF4-FFF2-40B4-BE49-F238E27FC236}">
                <a16:creationId xmlns:a16="http://schemas.microsoft.com/office/drawing/2014/main" id="{6C66F76D-AF95-4420-B006-562D4E3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43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4"/>
                </a:solidFill>
              </a:defRPr>
            </a:pPr>
            <a:r>
              <a:rPr sz="1275" b="1">
                <a:solidFill>
                  <a:srgbClr val="151514"/>
                </a:solidFill>
              </a:rPr>
              <a:t>VERIFY / TEST / SHIP</a:t>
            </a:r>
          </a:p>
        </p:txBody>
      </p:sp>
      <p:sp>
        <p:nvSpPr>
          <p:cNvPr id="14" name="mono-copy">
            <a:extLst xmlns:a="http://schemas.openxmlformats.org/drawingml/2006/main">
              <a:ext uri="{FF2B5EF4-FFF2-40B4-BE49-F238E27FC236}">
                <a16:creationId xmlns:a16="http://schemas.microsoft.com/office/drawing/2014/main" id="{AE2168CC-D16F-4E8B-A1FD-34299AFD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00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B70"/>
                </a:solidFill>
              </a:defRPr>
            </a:pPr>
            <a:r>
              <a:rPr sz="1125" b="0">
                <a:solidFill>
                  <a:srgbClr val="686B70"/>
                </a:solidFill>
              </a:rPr>
              <a:t>Use Cascadia Mono for code, file paths, values, and technical labels.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904F6A4-CA2A-45FD-B061-F9DF83CB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3EC"/>
                </a:solidFill>
              </a:defRPr>
            </a:pPr>
            <a:r>
              <a:rPr sz="825" b="0">
                <a:solidFill>
                  <a:srgbClr val="F6F3EC"/>
                </a:solidFill>
              </a:rPr>
              <a:t>SHAYA / SIGNAL COLOR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DDD0D5E-27A5-44B6-AD67-A93D4F3E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6F3EC"/>
                </a:solidFill>
              </a:defRPr>
            </a:pPr>
            <a:r>
              <a:rPr sz="825" b="0">
                <a:solidFill>
                  <a:srgbClr val="F6F3E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7990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5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4178E321-45AA-44A6-845B-A80240A2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AB05"/>
                </a:solidFill>
              </a:defRPr>
            </a:pPr>
            <a:r>
              <a:rPr sz="1125" b="1">
                <a:solidFill>
                  <a:srgbClr val="FCAB05"/>
                </a:solidFill>
              </a:rPr>
              <a:t>05 / ILLUSTRATION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C8A6FC-4741-43E8-824A-76A507CF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6F3EC"/>
                </a:solidFill>
              </a:defRPr>
            </a:pPr>
            <a:r>
              <a:rPr sz="3450" b="0">
                <a:solidFill>
                  <a:srgbClr val="F6F3EC"/>
                </a:solidFill>
              </a:rPr>
              <a:t>Build worlds from flat geometry and small clues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8a5ac120f4e82"/>
          <a:stretch xmlns:a="http://schemas.openxmlformats.org/drawingml/2006/main"/>
        </p:blipFill>
        <p:spPr>
          <a:xfrm xmlns:a="http://schemas.openxmlformats.org/drawingml/2006/main">
            <a:off x="609600" y="1619250"/>
            <a:ext cx="6858000" cy="2571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6deec64484a0e">
            <a:extLst>
              <a:ext uri="{96DAC541-7B7A-43D3-8B79-37D633B846F1}">
                <asvg:svgBlip xmlns:asvg="http://schemas.microsoft.com/office/drawing/2016/SVG/main" r:embed="R5fe20c61a8a545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29550" y="1619250"/>
            <a:ext cx="3714750" cy="2571750"/>
          </a:xfrm>
          <a:prstGeom xmlns:a="http://schemas.openxmlformats.org/drawingml/2006/main" prst="rect">
            <a:avLst/>
          </a:prstGeom>
        </p:spPr>
      </p:pic>
      <p:sp>
        <p:nvSpPr>
          <p:cNvPr id="5" name="illustration-rule-1">
            <a:extLst xmlns:a="http://schemas.openxmlformats.org/drawingml/2006/main">
              <a:ext uri="{FF2B5EF4-FFF2-40B4-BE49-F238E27FC236}">
                <a16:creationId xmlns:a16="http://schemas.microsoft.com/office/drawing/2014/main" id="{62E06637-F1A8-4673-AFC2-A8F695B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E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llustration-title-1">
            <a:extLst xmlns:a="http://schemas.openxmlformats.org/drawingml/2006/main">
              <a:ext uri="{FF2B5EF4-FFF2-40B4-BE49-F238E27FC236}">
                <a16:creationId xmlns:a16="http://schemas.microsoft.com/office/drawing/2014/main" id="{E35AED30-8D62-4B7C-AEB9-E5EF5EB6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EC"/>
                </a:solidFill>
              </a:defRPr>
            </a:pPr>
            <a:r>
              <a:rPr sz="1650" b="1">
                <a:solidFill>
                  <a:srgbClr val="F6F3EC"/>
                </a:solidFill>
              </a:rPr>
              <a:t>FLAT GEOMETRY</a:t>
            </a:r>
          </a:p>
        </p:txBody>
      </p:sp>
      <p:sp>
        <p:nvSpPr>
          <p:cNvPr id="7" name="illustration-copy-1">
            <a:extLst xmlns:a="http://schemas.openxmlformats.org/drawingml/2006/main">
              <a:ext uri="{FF2B5EF4-FFF2-40B4-BE49-F238E27FC236}">
                <a16:creationId xmlns:a16="http://schemas.microsoft.com/office/drawing/2014/main" id="{A46F44E9-3192-4EC4-A03D-FC4490C1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3EC"/>
                </a:solidFill>
              </a:defRPr>
            </a:pPr>
            <a:r>
              <a:rPr sz="1275" b="0">
                <a:solidFill>
                  <a:srgbClr val="F6F3EC"/>
                </a:solidFill>
              </a:rPr>
              <a:t>Use crisp planes, bold perspective, and simple silhouettes.</a:t>
            </a:r>
          </a:p>
        </p:txBody>
      </p:sp>
      <p:sp>
        <p:nvSpPr>
          <p:cNvPr id="8" name="illustration-rule-2">
            <a:extLst xmlns:a="http://schemas.openxmlformats.org/drawingml/2006/main">
              <a:ext uri="{FF2B5EF4-FFF2-40B4-BE49-F238E27FC236}">
                <a16:creationId xmlns:a16="http://schemas.microsoft.com/office/drawing/2014/main" id="{03F2E21E-0587-4D10-AB6A-B2EEFB87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672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4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llustration-title-2">
            <a:extLst xmlns:a="http://schemas.openxmlformats.org/drawingml/2006/main">
              <a:ext uri="{FF2B5EF4-FFF2-40B4-BE49-F238E27FC236}">
                <a16:creationId xmlns:a16="http://schemas.microsoft.com/office/drawing/2014/main" id="{67622F5D-B074-43A1-BF39-CB674830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720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EC"/>
                </a:solidFill>
              </a:defRPr>
            </a:pPr>
            <a:r>
              <a:rPr sz="1650" b="1">
                <a:solidFill>
                  <a:srgbClr val="F6F3EC"/>
                </a:solidFill>
              </a:rPr>
              <a:t>PRINT GRAIN</a:t>
            </a:r>
          </a:p>
        </p:txBody>
      </p:sp>
      <p:sp>
        <p:nvSpPr>
          <p:cNvPr id="10" name="illustration-copy-2">
            <a:extLst xmlns:a="http://schemas.openxmlformats.org/drawingml/2006/main">
              <a:ext uri="{FF2B5EF4-FFF2-40B4-BE49-F238E27FC236}">
                <a16:creationId xmlns:a16="http://schemas.microsoft.com/office/drawing/2014/main" id="{E26E1609-7041-4E31-A5A2-FDE1A7F2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5305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3EC"/>
                </a:solidFill>
              </a:defRPr>
            </a:pPr>
            <a:r>
              <a:rPr sz="1275" b="0">
                <a:solidFill>
                  <a:srgbClr val="F6F3EC"/>
                </a:solidFill>
              </a:rPr>
              <a:t>Add subtle paper or screen-print texture. Keep edges readable.</a:t>
            </a:r>
          </a:p>
        </p:txBody>
      </p:sp>
      <p:sp>
        <p:nvSpPr>
          <p:cNvPr id="11" name="illustration-rule-3">
            <a:extLst xmlns:a="http://schemas.openxmlformats.org/drawingml/2006/main">
              <a:ext uri="{FF2B5EF4-FFF2-40B4-BE49-F238E27FC236}">
                <a16:creationId xmlns:a16="http://schemas.microsoft.com/office/drawing/2014/main" id="{0CFD23F8-BEFA-4E00-82A8-FA4CC2D3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672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llustration-title-3">
            <a:extLst xmlns:a="http://schemas.openxmlformats.org/drawingml/2006/main">
              <a:ext uri="{FF2B5EF4-FFF2-40B4-BE49-F238E27FC236}">
                <a16:creationId xmlns:a16="http://schemas.microsoft.com/office/drawing/2014/main" id="{E27270B1-8663-4CF8-85FD-4505C6F1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EC"/>
                </a:solidFill>
              </a:defRPr>
            </a:pPr>
            <a:r>
              <a:rPr sz="1650" b="1">
                <a:solidFill>
                  <a:srgbClr val="F6F3EC"/>
                </a:solidFill>
              </a:rPr>
              <a:t>SMALL CLUES</a:t>
            </a:r>
          </a:p>
        </p:txBody>
      </p:sp>
      <p:sp>
        <p:nvSpPr>
          <p:cNvPr id="13" name="illustration-copy-3">
            <a:extLst xmlns:a="http://schemas.openxmlformats.org/drawingml/2006/main">
              <a:ext uri="{FF2B5EF4-FFF2-40B4-BE49-F238E27FC236}">
                <a16:creationId xmlns:a16="http://schemas.microsoft.com/office/drawing/2014/main" id="{C55AA42F-AF93-442E-87A4-A5E3CDC9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5305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3EC"/>
                </a:solidFill>
              </a:defRPr>
            </a:pPr>
            <a:r>
              <a:rPr sz="1275" b="0">
                <a:solidFill>
                  <a:srgbClr val="F6F3EC"/>
                </a:solidFill>
              </a:rPr>
              <a:t>Reward a second look with one quiet person, animal, or trace.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7959751-1D96-4EB6-94F8-C90F6615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3EC"/>
                </a:solidFill>
              </a:defRPr>
            </a:pPr>
            <a:r>
              <a:rPr sz="825" b="0">
                <a:solidFill>
                  <a:srgbClr val="F6F3EC"/>
                </a:solidFill>
              </a:rPr>
              <a:t>SHAYA / SIGNAL COLOR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8130BC0-AABA-4287-92D3-E7AF6D7E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6F3EC"/>
                </a:solidFill>
              </a:defRPr>
            </a:pPr>
            <a:r>
              <a:rPr sz="825" b="0">
                <a:solidFill>
                  <a:srgbClr val="F6F3E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1589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C162AD51-252E-4737-A178-42280CE9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4B05"/>
                </a:solidFill>
              </a:defRPr>
            </a:pPr>
            <a:r>
              <a:rPr sz="1125" b="1">
                <a:solidFill>
                  <a:srgbClr val="FE4B05"/>
                </a:solidFill>
              </a:rPr>
              <a:t>06 / MOTION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040006-0E51-47F7-AA59-24931613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51514"/>
                </a:solidFill>
              </a:defRPr>
            </a:pPr>
            <a:r>
              <a:rPr sz="3450" b="0">
                <a:solidFill>
                  <a:srgbClr val="151514"/>
                </a:solidFill>
              </a:rPr>
              <a:t>Move slowly enough to reveal the detail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95050b62843fb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4953000" cy="185737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f77c5dad54f68"/>
          <a:stretch xmlns:a="http://schemas.openxmlformats.org/drawingml/2006/main"/>
        </p:blipFill>
        <p:spPr>
          <a:xfrm xmlns:a="http://schemas.openxmlformats.org/drawingml/2006/main">
            <a:off x="6629400" y="1657350"/>
            <a:ext cx="4953000" cy="1857375"/>
          </a:xfrm>
          <a:prstGeom xmlns:a="http://schemas.openxmlformats.org/drawingml/2006/main" prst="rect">
            <a:avLst/>
          </a:prstGeom>
        </p:spPr>
      </p:pic>
      <p:sp>
        <p:nvSpPr>
          <p:cNvPr id="5" name="establish-label">
            <a:extLst xmlns:a="http://schemas.openxmlformats.org/drawingml/2006/main">
              <a:ext uri="{FF2B5EF4-FFF2-40B4-BE49-F238E27FC236}">
                <a16:creationId xmlns:a16="http://schemas.microsoft.com/office/drawing/2014/main" id="{CE7389B0-1C5F-4EA1-BA6C-9973C2F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31B1"/>
                </a:solidFill>
              </a:defRPr>
            </a:pPr>
            <a:r>
              <a:rPr sz="1125" b="1">
                <a:solidFill>
                  <a:srgbClr val="0231B1"/>
                </a:solidFill>
              </a:rPr>
              <a:t>01 / ESTABLISH</a:t>
            </a:r>
          </a:p>
        </p:txBody>
      </p:sp>
      <p:sp>
        <p:nvSpPr>
          <p:cNvPr id="6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C50788B7-6A03-428E-978D-4494C6C1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4B05"/>
                </a:solidFill>
              </a:defRPr>
            </a:pPr>
            <a:r>
              <a:rPr sz="1125" b="1">
                <a:solidFill>
                  <a:srgbClr val="FE4B05"/>
                </a:solidFill>
              </a:rPr>
              <a:t>02 / LOOK CLOSER</a:t>
            </a:r>
          </a:p>
        </p:txBody>
      </p:sp>
      <p:sp>
        <p:nvSpPr>
          <p:cNvPr id="7" name="motion-stage-1">
            <a:extLst xmlns:a="http://schemas.openxmlformats.org/drawingml/2006/main">
              <a:ext uri="{FF2B5EF4-FFF2-40B4-BE49-F238E27FC236}">
                <a16:creationId xmlns:a16="http://schemas.microsoft.com/office/drawing/2014/main" id="{4FCBBDB9-20DE-4CE2-8629-07C20BC8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tion-title-1">
            <a:extLst xmlns:a="http://schemas.openxmlformats.org/drawingml/2006/main">
              <a:ext uri="{FF2B5EF4-FFF2-40B4-BE49-F238E27FC236}">
                <a16:creationId xmlns:a16="http://schemas.microsoft.com/office/drawing/2014/main" id="{BD99D35B-F18B-4BAC-9653-5A108EAD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4"/>
                </a:solidFill>
              </a:defRPr>
            </a:pPr>
            <a:r>
              <a:rPr sz="1575" b="1">
                <a:solidFill>
                  <a:srgbClr val="151514"/>
                </a:solidFill>
              </a:rPr>
              <a:t>HOLD</a:t>
            </a:r>
          </a:p>
        </p:txBody>
      </p:sp>
      <p:sp>
        <p:nvSpPr>
          <p:cNvPr id="9" name="motion-copy-1">
            <a:extLst xmlns:a="http://schemas.openxmlformats.org/drawingml/2006/main">
              <a:ext uri="{FF2B5EF4-FFF2-40B4-BE49-F238E27FC236}">
                <a16:creationId xmlns:a16="http://schemas.microsoft.com/office/drawing/2014/main" id="{A4A00F1C-23B3-4DC1-8CD6-B5F00549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0"/>
                </a:solidFill>
              </a:defRPr>
            </a:pPr>
            <a:r>
              <a:rPr sz="1200" b="0">
                <a:solidFill>
                  <a:srgbClr val="686B70"/>
                </a:solidFill>
              </a:rPr>
              <a:t>Let the full scene read.</a:t>
            </a:r>
          </a:p>
        </p:txBody>
      </p:sp>
      <p:sp>
        <p:nvSpPr>
          <p:cNvPr id="10" name="motion-stage-2">
            <a:extLst xmlns:a="http://schemas.openxmlformats.org/drawingml/2006/main">
              <a:ext uri="{FF2B5EF4-FFF2-40B4-BE49-F238E27FC236}">
                <a16:creationId xmlns:a16="http://schemas.microsoft.com/office/drawing/2014/main" id="{61D80DF1-E7E1-4036-B0BC-7C21909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E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tion-title-2">
            <a:extLst xmlns:a="http://schemas.openxmlformats.org/drawingml/2006/main">
              <a:ext uri="{FF2B5EF4-FFF2-40B4-BE49-F238E27FC236}">
                <a16:creationId xmlns:a16="http://schemas.microsoft.com/office/drawing/2014/main" id="{B040486C-6C8A-4866-86E5-B409F787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38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4"/>
                </a:solidFill>
              </a:defRPr>
            </a:pPr>
            <a:r>
              <a:rPr sz="1575" b="1">
                <a:solidFill>
                  <a:srgbClr val="151514"/>
                </a:solidFill>
              </a:rPr>
              <a:t>EASE IN</a:t>
            </a:r>
          </a:p>
        </p:txBody>
      </p:sp>
      <p:sp>
        <p:nvSpPr>
          <p:cNvPr id="12" name="motion-copy-2">
            <a:extLst xmlns:a="http://schemas.openxmlformats.org/drawingml/2006/main">
              <a:ext uri="{FF2B5EF4-FFF2-40B4-BE49-F238E27FC236}">
                <a16:creationId xmlns:a16="http://schemas.microsoft.com/office/drawing/2014/main" id="{4C4D6BC8-6ADB-4382-959F-0C7BA487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0"/>
                </a:solidFill>
              </a:defRPr>
            </a:pPr>
            <a:r>
              <a:rPr sz="1200" b="0">
                <a:solidFill>
                  <a:srgbClr val="686B70"/>
                </a:solidFill>
              </a:rPr>
              <a:t>Use cubic-bezier(0.65, 0, 0.35, 1).</a:t>
            </a:r>
          </a:p>
        </p:txBody>
      </p:sp>
      <p:sp>
        <p:nvSpPr>
          <p:cNvPr id="13" name="motion-stage-3">
            <a:extLst xmlns:a="http://schemas.openxmlformats.org/drawingml/2006/main">
              <a:ext uri="{FF2B5EF4-FFF2-40B4-BE49-F238E27FC236}">
                <a16:creationId xmlns:a16="http://schemas.microsoft.com/office/drawing/2014/main" id="{B198A85A-3B2E-46AB-A712-EBDD12F9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tion-title-3">
            <a:extLst xmlns:a="http://schemas.openxmlformats.org/drawingml/2006/main">
              <a:ext uri="{FF2B5EF4-FFF2-40B4-BE49-F238E27FC236}">
                <a16:creationId xmlns:a16="http://schemas.microsoft.com/office/drawing/2014/main" id="{70B10112-86D8-4F65-9FBC-8B4FF0E9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4"/>
                </a:solidFill>
              </a:defRPr>
            </a:pPr>
            <a:r>
              <a:rPr sz="1575" b="1">
                <a:solidFill>
                  <a:srgbClr val="151514"/>
                </a:solidFill>
              </a:rPr>
              <a:t>STAGGER</a:t>
            </a:r>
          </a:p>
        </p:txBody>
      </p:sp>
      <p:sp>
        <p:nvSpPr>
          <p:cNvPr id="15" name="motion-copy-3">
            <a:extLst xmlns:a="http://schemas.openxmlformats.org/drawingml/2006/main">
              <a:ext uri="{FF2B5EF4-FFF2-40B4-BE49-F238E27FC236}">
                <a16:creationId xmlns:a16="http://schemas.microsoft.com/office/drawing/2014/main" id="{6E7A66E8-0C57-4A8B-8BFD-E29221CD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0"/>
                </a:solidFill>
              </a:defRPr>
            </a:pPr>
            <a:r>
              <a:rPr sz="1200" b="0">
                <a:solidFill>
                  <a:srgbClr val="686B70"/>
                </a:solidFill>
              </a:rPr>
              <a:t>Bring ants in one by one with small timing changes.</a:t>
            </a:r>
          </a:p>
        </p:txBody>
      </p:sp>
      <p:sp>
        <p:nvSpPr>
          <p:cNvPr id="16" name="motion-stage-4">
            <a:extLst xmlns:a="http://schemas.openxmlformats.org/drawingml/2006/main">
              <a:ext uri="{FF2B5EF4-FFF2-40B4-BE49-F238E27FC236}">
                <a16:creationId xmlns:a16="http://schemas.microsoft.com/office/drawing/2014/main" id="{19139771-3A62-485A-A8D5-CCDC4519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958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4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tion-title-4">
            <a:extLst xmlns:a="http://schemas.openxmlformats.org/drawingml/2006/main">
              <a:ext uri="{FF2B5EF4-FFF2-40B4-BE49-F238E27FC236}">
                <a16:creationId xmlns:a16="http://schemas.microsoft.com/office/drawing/2014/main" id="{2378F3AF-C1CC-4288-A2D2-E470F29A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38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4"/>
                </a:solidFill>
              </a:defRPr>
            </a:pPr>
            <a:r>
              <a:rPr sz="1575" b="1">
                <a:solidFill>
                  <a:srgbClr val="151514"/>
                </a:solidFill>
              </a:rPr>
              <a:t>CLEAR</a:t>
            </a:r>
          </a:p>
        </p:txBody>
      </p:sp>
      <p:sp>
        <p:nvSpPr>
          <p:cNvPr id="18" name="motion-copy-4">
            <a:extLst xmlns:a="http://schemas.openxmlformats.org/drawingml/2006/main">
              <a:ext uri="{FF2B5EF4-FFF2-40B4-BE49-F238E27FC236}">
                <a16:creationId xmlns:a16="http://schemas.microsoft.com/office/drawing/2014/main" id="{D5221A72-E76C-493D-98BF-607263A2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19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0"/>
                </a:solidFill>
              </a:defRPr>
            </a:pPr>
            <a:r>
              <a:rPr sz="1200" b="0">
                <a:solidFill>
                  <a:srgbClr val="686B70"/>
                </a:solidFill>
              </a:rPr>
              <a:t>Move every ant off screen before the camera returns.</a:t>
            </a:r>
          </a:p>
        </p:txBody>
      </p:sp>
      <p:sp>
        <p:nvSpPr>
          <p:cNvPr id="19" name="motion-surface-rule">
            <a:extLst xmlns:a="http://schemas.openxmlformats.org/drawingml/2006/main">
              <a:ext uri="{FF2B5EF4-FFF2-40B4-BE49-F238E27FC236}">
                <a16:creationId xmlns:a16="http://schemas.microsoft.com/office/drawing/2014/main" id="{6FA0E000-F6D2-47FE-9198-97E5C5E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4"/>
                </a:solidFill>
              </a:defRPr>
            </a:pPr>
            <a:r>
              <a:rPr sz="1500" b="1">
                <a:solidFill>
                  <a:srgbClr val="151514"/>
                </a:solidFill>
              </a:rPr>
              <a:t>All moving details stay attached to a real surface. Ants do not cross the water.</a:t>
            </a:r>
          </a:p>
        </p:txBody>
      </p:sp>
      <p:sp>
        <p:nvSpPr>
          <p:cNvPr id="20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EA2F53C-ABFA-492A-BCEB-D81176A4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B70"/>
                </a:solidFill>
              </a:defRPr>
            </a:pPr>
            <a:r>
              <a:rPr sz="825" b="0">
                <a:solidFill>
                  <a:srgbClr val="686B70"/>
                </a:solidFill>
              </a:rPr>
              <a:t>SHAYA / SIGNAL COLOR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46B06E0-232B-4A9E-8389-156B11F7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6B70"/>
                </a:solidFill>
              </a:defRPr>
            </a:pPr>
            <a:r>
              <a:rPr sz="825" b="0">
                <a:solidFill>
                  <a:srgbClr val="686B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5869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31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D2C6BB83-3981-4205-A104-CA01A647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AB05"/>
                </a:solidFill>
              </a:defRPr>
            </a:pPr>
            <a:r>
              <a:rPr sz="1125" b="1">
                <a:solidFill>
                  <a:srgbClr val="FCAB05"/>
                </a:solidFill>
              </a:rPr>
              <a:t>07 / GITHUB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28FAC9-6FA9-41B4-B756-2324E41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6F3EC"/>
                </a:solidFill>
              </a:defRPr>
            </a:pPr>
            <a:r>
              <a:rPr sz="3450" b="0">
                <a:solidFill>
                  <a:srgbClr val="F6F3EC"/>
                </a:solidFill>
              </a:rPr>
              <a:t>Keep the profile readable before it becomes decorative</a:t>
            </a:r>
          </a:p>
        </p:txBody>
      </p:sp>
      <p:sp>
        <p:nvSpPr>
          <p:cNvPr id="3" name="github-surface">
            <a:extLst xmlns:a="http://schemas.openxmlformats.org/drawingml/2006/main">
              <a:ext uri="{FF2B5EF4-FFF2-40B4-BE49-F238E27FC236}">
                <a16:creationId xmlns:a16="http://schemas.microsoft.com/office/drawing/2014/main" id="{EA07951F-0D23-42E8-A4CE-26E1904E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ithub-label">
            <a:extLst xmlns:a="http://schemas.openxmlformats.org/drawingml/2006/main">
              <a:ext uri="{FF2B5EF4-FFF2-40B4-BE49-F238E27FC236}">
                <a16:creationId xmlns:a16="http://schemas.microsoft.com/office/drawing/2014/main" id="{A3B4350A-DD68-4197-9618-94229713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6B70"/>
                </a:solidFill>
              </a:defRPr>
            </a:pPr>
            <a:r>
              <a:rPr sz="1050" b="1">
                <a:solidFill>
                  <a:srgbClr val="686B70"/>
                </a:solidFill>
              </a:rPr>
              <a:t>PROFILE README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7d3a51f824ec3"/>
          <a:stretch xmlns:a="http://schemas.openxmlformats.org/drawingml/2006/main"/>
        </p:blipFill>
        <p:spPr>
          <a:xfrm xmlns:a="http://schemas.openxmlformats.org/drawingml/2006/main">
            <a:off x="895350" y="2193131"/>
            <a:ext cx="7810500" cy="2928938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6e2d283154c27">
            <a:extLst>
              <a:ext uri="{96DAC541-7B7A-43D3-8B79-37D633B846F1}">
                <asvg:svgBlip xmlns:asvg="http://schemas.microsoft.com/office/drawing/2016/SVG/main" r:embed="R7ee7952cb67849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0" y="21907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github-size">
            <a:extLst xmlns:a="http://schemas.openxmlformats.org/drawingml/2006/main">
              <a:ext uri="{FF2B5EF4-FFF2-40B4-BE49-F238E27FC236}">
                <a16:creationId xmlns:a16="http://schemas.microsoft.com/office/drawing/2014/main" id="{59DA0546-7741-4208-88C9-7D1F19B6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48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51514"/>
                </a:solidFill>
              </a:defRPr>
            </a:pPr>
            <a:r>
              <a:rPr sz="1650" b="0">
                <a:solidFill>
                  <a:srgbClr val="151514"/>
                </a:solidFill>
              </a:rPr>
              <a:t>1280 x 480</a:t>
            </a:r>
          </a:p>
        </p:txBody>
      </p:sp>
      <p:sp>
        <p:nvSpPr>
          <p:cNvPr id="8" name="github-guidance">
            <a:extLst xmlns:a="http://schemas.openxmlformats.org/drawingml/2006/main">
              <a:ext uri="{FF2B5EF4-FFF2-40B4-BE49-F238E27FC236}">
                <a16:creationId xmlns:a16="http://schemas.microsoft.com/office/drawing/2014/main" id="{A543BC4F-1AA2-426D-9CEA-5A97E5D5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291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6B70"/>
                </a:solidFill>
              </a:defRPr>
            </a:pPr>
            <a:r>
              <a:rPr sz="1050" b="0">
                <a:solidFill>
                  <a:srgbClr val="686B70"/>
                </a:solidFill>
              </a:rPr>
              <a:t>Keep SHAYA and the tagline inside the left identity rail. Do not place foliage, motion, or interface labels over the words.</a:t>
            </a:r>
          </a:p>
        </p:txBody>
      </p:sp>
      <p:sp>
        <p:nvSpPr>
          <p:cNvPr id="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0ECC30C-A117-4EA1-93DA-CA43933F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3EC"/>
                </a:solidFill>
              </a:defRPr>
            </a:pPr>
            <a:r>
              <a:rPr sz="825" b="0">
                <a:solidFill>
                  <a:srgbClr val="F6F3EC"/>
                </a:solidFill>
              </a:rPr>
              <a:t>SHAYA / SIGNAL COLOR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4D5DC49-97B7-4FF9-914B-798C25E9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6F3EC"/>
                </a:solidFill>
              </a:defRPr>
            </a:pPr>
            <a:r>
              <a:rPr sz="825" b="0">
                <a:solidFill>
                  <a:srgbClr val="F6F3E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0947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9CD79CA-5122-470D-8B3A-9182EFA5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4B05"/>
                </a:solidFill>
              </a:defRPr>
            </a:pPr>
            <a:r>
              <a:rPr sz="1125" b="1">
                <a:solidFill>
                  <a:srgbClr val="FE4B05"/>
                </a:solidFill>
              </a:rPr>
              <a:t>08 / VOICE AND RELEASE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a0339b840432b">
            <a:extLst>
              <a:ext uri="{96DAC541-7B7A-43D3-8B79-37D633B846F1}">
                <asvg:svgBlip xmlns:asvg="http://schemas.microsoft.com/office/drawing/2016/SVG/main" r:embed="Ra0e0ec489bff47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857250"/>
            <a:ext cx="6667500" cy="1752600"/>
          </a:xfrm>
          <a:prstGeom xmlns:a="http://schemas.openxmlformats.org/drawingml/2006/main" prst="rect">
            <a:avLst/>
          </a:prstGeom>
        </p:spPr>
      </p:pic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9C7FF79-B2A5-4F2C-BE0B-6947EB73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51514"/>
                </a:solidFill>
              </a:defRPr>
            </a:pPr>
            <a:r>
              <a:rPr sz="3750" b="0">
                <a:solidFill>
                  <a:srgbClr val="151514"/>
                </a:solidFill>
              </a:rPr>
              <a:t>Look closer before you claim certainty.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5F632FC0-D3C9-437A-9D06-D3A0B8C7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B70"/>
                </a:solidFill>
              </a:defRPr>
            </a:pPr>
            <a:r>
              <a:rPr sz="1575" b="0">
                <a:solidFill>
                  <a:srgbClr val="686B70"/>
                </a:solidFill>
              </a:rPr>
              <a:t>The visual system is bright. The written voice stays careful, direct, and evidence-first.</a:t>
            </a:r>
          </a:p>
        </p:txBody>
      </p:sp>
      <p:sp>
        <p:nvSpPr>
          <p:cNvPr id="5" name="release-check-1">
            <a:extLst xmlns:a="http://schemas.openxmlformats.org/drawingml/2006/main">
              <a:ext uri="{FF2B5EF4-FFF2-40B4-BE49-F238E27FC236}">
                <a16:creationId xmlns:a16="http://schemas.microsoft.com/office/drawing/2014/main" id="{2E1A2DE2-4995-4169-AD5D-A935A84E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lease-title-1">
            <a:extLst xmlns:a="http://schemas.openxmlformats.org/drawingml/2006/main">
              <a:ext uri="{FF2B5EF4-FFF2-40B4-BE49-F238E27FC236}">
                <a16:creationId xmlns:a16="http://schemas.microsoft.com/office/drawing/2014/main" id="{02486FDA-C6D0-4285-9024-E1F785A3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3EC"/>
                </a:solidFill>
              </a:defRPr>
            </a:pPr>
            <a:r>
              <a:rPr sz="1500" b="1">
                <a:solidFill>
                  <a:srgbClr val="F6F3EC"/>
                </a:solidFill>
              </a:rPr>
              <a:t>VERIFY</a:t>
            </a:r>
          </a:p>
        </p:txBody>
      </p:sp>
      <p:sp>
        <p:nvSpPr>
          <p:cNvPr id="7" name="release-copy-1">
            <a:extLst xmlns:a="http://schemas.openxmlformats.org/drawingml/2006/main">
              <a:ext uri="{FF2B5EF4-FFF2-40B4-BE49-F238E27FC236}">
                <a16:creationId xmlns:a16="http://schemas.microsoft.com/office/drawing/2014/main" id="{BEF0B8C6-1F40-43F2-996E-596D2E1D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3EC"/>
                </a:solidFill>
              </a:defRPr>
            </a:pPr>
            <a:r>
              <a:rPr sz="1125" b="0">
                <a:solidFill>
                  <a:srgbClr val="F6F3EC"/>
                </a:solidFill>
              </a:rPr>
              <a:t>Test the public result.</a:t>
            </a:r>
          </a:p>
        </p:txBody>
      </p:sp>
      <p:sp>
        <p:nvSpPr>
          <p:cNvPr id="8" name="release-check-2">
            <a:extLst xmlns:a="http://schemas.openxmlformats.org/drawingml/2006/main">
              <a:ext uri="{FF2B5EF4-FFF2-40B4-BE49-F238E27FC236}">
                <a16:creationId xmlns:a16="http://schemas.microsoft.com/office/drawing/2014/main" id="{283BB601-40A3-439F-998F-9624DAFB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29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E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lease-title-2">
            <a:extLst xmlns:a="http://schemas.openxmlformats.org/drawingml/2006/main">
              <a:ext uri="{FF2B5EF4-FFF2-40B4-BE49-F238E27FC236}">
                <a16:creationId xmlns:a16="http://schemas.microsoft.com/office/drawing/2014/main" id="{AD5E575B-019F-4AAA-B4B0-C2B156B1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816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3EC"/>
                </a:solidFill>
              </a:defRPr>
            </a:pPr>
            <a:r>
              <a:rPr sz="1500" b="1">
                <a:solidFill>
                  <a:srgbClr val="F6F3EC"/>
                </a:solidFill>
              </a:rPr>
              <a:t>LIMIT</a:t>
            </a:r>
          </a:p>
        </p:txBody>
      </p:sp>
      <p:sp>
        <p:nvSpPr>
          <p:cNvPr id="10" name="release-copy-2">
            <a:extLst xmlns:a="http://schemas.openxmlformats.org/drawingml/2006/main">
              <a:ext uri="{FF2B5EF4-FFF2-40B4-BE49-F238E27FC236}">
                <a16:creationId xmlns:a16="http://schemas.microsoft.com/office/drawing/2014/main" id="{44FA0225-3C9D-43E6-9D11-132A208A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24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3EC"/>
                </a:solidFill>
              </a:defRPr>
            </a:pPr>
            <a:r>
              <a:rPr sz="1125" b="0">
                <a:solidFill>
                  <a:srgbClr val="F6F3EC"/>
                </a:solidFill>
              </a:rPr>
              <a:t>State what is not confirmed.</a:t>
            </a:r>
          </a:p>
        </p:txBody>
      </p:sp>
      <p:sp>
        <p:nvSpPr>
          <p:cNvPr id="11" name="release-check-3">
            <a:extLst xmlns:a="http://schemas.openxmlformats.org/drawingml/2006/main">
              <a:ext uri="{FF2B5EF4-FFF2-40B4-BE49-F238E27FC236}">
                <a16:creationId xmlns:a16="http://schemas.microsoft.com/office/drawing/2014/main" id="{C0CAA368-1ACA-413A-B215-04EE45BD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29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lease-title-3">
            <a:extLst xmlns:a="http://schemas.openxmlformats.org/drawingml/2006/main">
              <a:ext uri="{FF2B5EF4-FFF2-40B4-BE49-F238E27FC236}">
                <a16:creationId xmlns:a16="http://schemas.microsoft.com/office/drawing/2014/main" id="{7F7D78A7-CAF6-413A-A1E0-505D7DB8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816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4"/>
                </a:solidFill>
              </a:defRPr>
            </a:pPr>
            <a:r>
              <a:rPr sz="1500" b="1">
                <a:solidFill>
                  <a:srgbClr val="151514"/>
                </a:solidFill>
              </a:rPr>
              <a:t>WRITE</a:t>
            </a:r>
          </a:p>
        </p:txBody>
      </p:sp>
      <p:sp>
        <p:nvSpPr>
          <p:cNvPr id="13" name="release-copy-3">
            <a:extLst xmlns:a="http://schemas.openxmlformats.org/drawingml/2006/main">
              <a:ext uri="{FF2B5EF4-FFF2-40B4-BE49-F238E27FC236}">
                <a16:creationId xmlns:a16="http://schemas.microsoft.com/office/drawing/2014/main" id="{5BF6980A-E274-4D2A-BB27-54CB0F2B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4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4"/>
                </a:solidFill>
              </a:defRPr>
            </a:pPr>
            <a:r>
              <a:rPr sz="1125" b="0">
                <a:solidFill>
                  <a:srgbClr val="151514"/>
                </a:solidFill>
              </a:rPr>
              <a:t>Use short, direct sentences.</a:t>
            </a:r>
          </a:p>
        </p:txBody>
      </p:sp>
      <p:sp>
        <p:nvSpPr>
          <p:cNvPr id="14" name="release-check-4">
            <a:extLst xmlns:a="http://schemas.openxmlformats.org/drawingml/2006/main">
              <a:ext uri="{FF2B5EF4-FFF2-40B4-BE49-F238E27FC236}">
                <a16:creationId xmlns:a16="http://schemas.microsoft.com/office/drawing/2014/main" id="{30E69197-89AC-470D-9AE7-A54225BF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29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4B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lease-title-4">
            <a:extLst xmlns:a="http://schemas.openxmlformats.org/drawingml/2006/main">
              <a:ext uri="{FF2B5EF4-FFF2-40B4-BE49-F238E27FC236}">
                <a16:creationId xmlns:a16="http://schemas.microsoft.com/office/drawing/2014/main" id="{027F74D3-62E4-445D-8626-0BD66213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816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3EC"/>
                </a:solidFill>
              </a:defRPr>
            </a:pPr>
            <a:r>
              <a:rPr sz="1500" b="1">
                <a:solidFill>
                  <a:srgbClr val="F6F3EC"/>
                </a:solidFill>
              </a:rPr>
              <a:t>REVIEW</a:t>
            </a:r>
          </a:p>
        </p:txBody>
      </p:sp>
      <p:sp>
        <p:nvSpPr>
          <p:cNvPr id="16" name="release-copy-4">
            <a:extLst xmlns:a="http://schemas.openxmlformats.org/drawingml/2006/main">
              <a:ext uri="{FF2B5EF4-FFF2-40B4-BE49-F238E27FC236}">
                <a16:creationId xmlns:a16="http://schemas.microsoft.com/office/drawing/2014/main" id="{45492FCA-AFB9-478C-A9B5-27E2E60A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24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3EC"/>
                </a:solidFill>
              </a:defRPr>
            </a:pPr>
            <a:r>
              <a:rPr sz="1125" b="0">
                <a:solidFill>
                  <a:srgbClr val="F6F3EC"/>
                </a:solidFill>
              </a:rPr>
              <a:t>Check the details at final size.</a:t>
            </a:r>
          </a:p>
        </p:txBody>
      </p:sp>
      <p:sp>
        <p:nvSpPr>
          <p:cNvPr id="1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93396F-6F04-498E-AE75-9CD996C9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B70"/>
                </a:solidFill>
              </a:defRPr>
            </a:pPr>
            <a:r>
              <a:rPr sz="825" b="0">
                <a:solidFill>
                  <a:srgbClr val="686B70"/>
                </a:solidFill>
              </a:rPr>
              <a:t>SHAYA / SIGNAL COLOR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B8801E-EBD0-48E9-846A-1D049182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6B70"/>
                </a:solidFill>
              </a:defRPr>
            </a:pPr>
            <a:r>
              <a:rPr sz="825" b="0">
                <a:solidFill>
                  <a:srgbClr val="686B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7034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2026-07-31T06:21:01.3250000Z</dcterms:created>
  <dcterms:modified xsi:type="dcterms:W3CDTF">2026-07-31T06:21:01.3250000Z</dcterms:modified>
</coreProperties>
</file>